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8" r:id="rId3"/>
    <p:sldId id="259" r:id="rId4"/>
    <p:sldId id="260" r:id="rId5"/>
    <p:sldId id="262" r:id="rId6"/>
    <p:sldId id="263" r:id="rId7"/>
    <p:sldId id="267" r:id="rId8"/>
    <p:sldId id="264" r:id="rId9"/>
    <p:sldId id="266" r:id="rId10"/>
    <p:sldId id="271" r:id="rId11"/>
    <p:sldId id="272" r:id="rId12"/>
    <p:sldId id="274" r:id="rId13"/>
    <p:sldId id="268" r:id="rId14"/>
    <p:sldId id="277" r:id="rId15"/>
    <p:sldId id="270" r:id="rId16"/>
    <p:sldId id="276" r:id="rId17"/>
    <p:sldId id="269" r:id="rId18"/>
    <p:sldId id="273" r:id="rId19"/>
    <p:sldId id="278" r:id="rId20"/>
    <p:sldId id="279" r:id="rId21"/>
    <p:sldId id="282" r:id="rId22"/>
    <p:sldId id="280" r:id="rId23"/>
    <p:sldId id="281" r:id="rId24"/>
    <p:sldId id="275" r:id="rId25"/>
    <p:sldId id="283" r:id="rId26"/>
  </p:sldIdLst>
  <p:sldSz cx="12192000" cy="6858000"/>
  <p:notesSz cx="6858000" cy="9144000"/>
  <p:defaultText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59"/>
    <p:restoredTop sz="94870"/>
  </p:normalViewPr>
  <p:slideViewPr>
    <p:cSldViewPr snapToGrid="0">
      <p:cViewPr>
        <p:scale>
          <a:sx n="51" d="100"/>
          <a:sy n="51" d="100"/>
        </p:scale>
        <p:origin x="200" y="15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X"/>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5974FE-2486-E049-9842-639ECBAE9678}" type="datetimeFigureOut">
              <a:rPr lang="en-MX" smtClean="0"/>
              <a:t>24/06/26</a:t>
            </a:fld>
            <a:endParaRPr lang="en-MX"/>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X"/>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X"/>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5A7083-E96A-874F-9231-8FFAE5D94CED}" type="slidenum">
              <a:rPr lang="en-MX" smtClean="0"/>
              <a:t>‹#›</a:t>
            </a:fld>
            <a:endParaRPr lang="en-MX"/>
          </a:p>
        </p:txBody>
      </p:sp>
    </p:spTree>
    <p:extLst>
      <p:ext uri="{BB962C8B-B14F-4D97-AF65-F5344CB8AC3E}">
        <p14:creationId xmlns:p14="http://schemas.microsoft.com/office/powerpoint/2010/main" val="2734519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dirty="0"/>
          </a:p>
        </p:txBody>
      </p:sp>
      <p:sp>
        <p:nvSpPr>
          <p:cNvPr id="4" name="Slide Number Placeholder 3"/>
          <p:cNvSpPr>
            <a:spLocks noGrp="1"/>
          </p:cNvSpPr>
          <p:nvPr>
            <p:ph type="sldNum" sz="quarter" idx="5"/>
          </p:nvPr>
        </p:nvSpPr>
        <p:spPr/>
        <p:txBody>
          <a:bodyPr/>
          <a:lstStyle/>
          <a:p>
            <a:fld id="{785A7083-E96A-874F-9231-8FFAE5D94CED}" type="slidenum">
              <a:rPr lang="en-MX" smtClean="0"/>
              <a:t>10</a:t>
            </a:fld>
            <a:endParaRPr lang="en-MX"/>
          </a:p>
        </p:txBody>
      </p:sp>
    </p:spTree>
    <p:extLst>
      <p:ext uri="{BB962C8B-B14F-4D97-AF65-F5344CB8AC3E}">
        <p14:creationId xmlns:p14="http://schemas.microsoft.com/office/powerpoint/2010/main" val="5539451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681CD-4394-2D1A-8F21-33FE00D7C3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DCD645-BB0D-9D23-B63C-43CE0928F6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04C7C2-3F2D-1EF4-F751-0471EE9BEFDB}"/>
              </a:ext>
            </a:extLst>
          </p:cNvPr>
          <p:cNvSpPr>
            <a:spLocks noGrp="1"/>
          </p:cNvSpPr>
          <p:nvPr>
            <p:ph type="body" idx="1"/>
          </p:nvPr>
        </p:nvSpPr>
        <p:spPr/>
        <p:txBody>
          <a:bodyPr/>
          <a:lstStyle/>
          <a:p>
            <a:endParaRPr lang="en-MX" dirty="0"/>
          </a:p>
        </p:txBody>
      </p:sp>
      <p:sp>
        <p:nvSpPr>
          <p:cNvPr id="4" name="Slide Number Placeholder 3">
            <a:extLst>
              <a:ext uri="{FF2B5EF4-FFF2-40B4-BE49-F238E27FC236}">
                <a16:creationId xmlns:a16="http://schemas.microsoft.com/office/drawing/2014/main" id="{EFFE27BA-92BB-AEBB-F152-DDC331871F50}"/>
              </a:ext>
            </a:extLst>
          </p:cNvPr>
          <p:cNvSpPr>
            <a:spLocks noGrp="1"/>
          </p:cNvSpPr>
          <p:nvPr>
            <p:ph type="sldNum" sz="quarter" idx="5"/>
          </p:nvPr>
        </p:nvSpPr>
        <p:spPr/>
        <p:txBody>
          <a:bodyPr/>
          <a:lstStyle/>
          <a:p>
            <a:fld id="{785A7083-E96A-874F-9231-8FFAE5D94CED}" type="slidenum">
              <a:rPr lang="en-MX" smtClean="0"/>
              <a:t>11</a:t>
            </a:fld>
            <a:endParaRPr lang="en-MX"/>
          </a:p>
        </p:txBody>
      </p:sp>
    </p:spTree>
    <p:extLst>
      <p:ext uri="{BB962C8B-B14F-4D97-AF65-F5344CB8AC3E}">
        <p14:creationId xmlns:p14="http://schemas.microsoft.com/office/powerpoint/2010/main" val="37382644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16CB2-30B4-7944-611B-3AEA63F5D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F3069A-C944-8380-A900-E3B95FE255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C24800-A977-EA46-0ADB-CE8D6EBB8E6E}"/>
              </a:ext>
            </a:extLst>
          </p:cNvPr>
          <p:cNvSpPr>
            <a:spLocks noGrp="1"/>
          </p:cNvSpPr>
          <p:nvPr>
            <p:ph type="body" idx="1"/>
          </p:nvPr>
        </p:nvSpPr>
        <p:spPr/>
        <p:txBody>
          <a:bodyPr/>
          <a:lstStyle/>
          <a:p>
            <a:endParaRPr lang="en-MX" dirty="0"/>
          </a:p>
        </p:txBody>
      </p:sp>
      <p:sp>
        <p:nvSpPr>
          <p:cNvPr id="4" name="Slide Number Placeholder 3">
            <a:extLst>
              <a:ext uri="{FF2B5EF4-FFF2-40B4-BE49-F238E27FC236}">
                <a16:creationId xmlns:a16="http://schemas.microsoft.com/office/drawing/2014/main" id="{4278BFD6-1810-AC18-E895-4341B73C60D0}"/>
              </a:ext>
            </a:extLst>
          </p:cNvPr>
          <p:cNvSpPr>
            <a:spLocks noGrp="1"/>
          </p:cNvSpPr>
          <p:nvPr>
            <p:ph type="sldNum" sz="quarter" idx="5"/>
          </p:nvPr>
        </p:nvSpPr>
        <p:spPr/>
        <p:txBody>
          <a:bodyPr/>
          <a:lstStyle/>
          <a:p>
            <a:fld id="{785A7083-E96A-874F-9231-8FFAE5D94CED}" type="slidenum">
              <a:rPr lang="en-MX" smtClean="0"/>
              <a:t>12</a:t>
            </a:fld>
            <a:endParaRPr lang="en-MX"/>
          </a:p>
        </p:txBody>
      </p:sp>
    </p:spTree>
    <p:extLst>
      <p:ext uri="{BB962C8B-B14F-4D97-AF65-F5344CB8AC3E}">
        <p14:creationId xmlns:p14="http://schemas.microsoft.com/office/powerpoint/2010/main" val="3246013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E8976-2F61-10DF-6A05-D634639986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C648A3-7DEC-C6CE-F851-C9964EF56E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0B2469-895E-936D-1F0A-041987D8D4D1}"/>
              </a:ext>
            </a:extLst>
          </p:cNvPr>
          <p:cNvSpPr>
            <a:spLocks noGrp="1"/>
          </p:cNvSpPr>
          <p:nvPr>
            <p:ph type="body" idx="1"/>
          </p:nvPr>
        </p:nvSpPr>
        <p:spPr/>
        <p:txBody>
          <a:bodyPr/>
          <a:lstStyle/>
          <a:p>
            <a:endParaRPr lang="en-MX" dirty="0"/>
          </a:p>
        </p:txBody>
      </p:sp>
      <p:sp>
        <p:nvSpPr>
          <p:cNvPr id="4" name="Slide Number Placeholder 3">
            <a:extLst>
              <a:ext uri="{FF2B5EF4-FFF2-40B4-BE49-F238E27FC236}">
                <a16:creationId xmlns:a16="http://schemas.microsoft.com/office/drawing/2014/main" id="{CA940FA9-A57B-6122-CD7F-81613E908BD0}"/>
              </a:ext>
            </a:extLst>
          </p:cNvPr>
          <p:cNvSpPr>
            <a:spLocks noGrp="1"/>
          </p:cNvSpPr>
          <p:nvPr>
            <p:ph type="sldNum" sz="quarter" idx="5"/>
          </p:nvPr>
        </p:nvSpPr>
        <p:spPr/>
        <p:txBody>
          <a:bodyPr/>
          <a:lstStyle/>
          <a:p>
            <a:fld id="{785A7083-E96A-874F-9231-8FFAE5D94CED}" type="slidenum">
              <a:rPr lang="en-MX" smtClean="0"/>
              <a:t>14</a:t>
            </a:fld>
            <a:endParaRPr lang="en-MX"/>
          </a:p>
        </p:txBody>
      </p:sp>
    </p:spTree>
    <p:extLst>
      <p:ext uri="{BB962C8B-B14F-4D97-AF65-F5344CB8AC3E}">
        <p14:creationId xmlns:p14="http://schemas.microsoft.com/office/powerpoint/2010/main" val="6250107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dirty="0"/>
          </a:p>
        </p:txBody>
      </p:sp>
      <p:sp>
        <p:nvSpPr>
          <p:cNvPr id="4" name="Slide Number Placeholder 3"/>
          <p:cNvSpPr>
            <a:spLocks noGrp="1"/>
          </p:cNvSpPr>
          <p:nvPr>
            <p:ph type="sldNum" sz="quarter" idx="5"/>
          </p:nvPr>
        </p:nvSpPr>
        <p:spPr/>
        <p:txBody>
          <a:bodyPr/>
          <a:lstStyle/>
          <a:p>
            <a:fld id="{785A7083-E96A-874F-9231-8FFAE5D94CED}" type="slidenum">
              <a:rPr lang="en-MX" smtClean="0"/>
              <a:t>15</a:t>
            </a:fld>
            <a:endParaRPr lang="en-MX"/>
          </a:p>
        </p:txBody>
      </p:sp>
    </p:spTree>
    <p:extLst>
      <p:ext uri="{BB962C8B-B14F-4D97-AF65-F5344CB8AC3E}">
        <p14:creationId xmlns:p14="http://schemas.microsoft.com/office/powerpoint/2010/main" val="4738018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D155C-3B93-AFDB-8621-288E0B9386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2A2418-B727-6C25-C5B7-5DF4FF1273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A2EB0F-BF2A-6028-C792-426682AC2183}"/>
              </a:ext>
            </a:extLst>
          </p:cNvPr>
          <p:cNvSpPr>
            <a:spLocks noGrp="1"/>
          </p:cNvSpPr>
          <p:nvPr>
            <p:ph type="body" idx="1"/>
          </p:nvPr>
        </p:nvSpPr>
        <p:spPr/>
        <p:txBody>
          <a:bodyPr/>
          <a:lstStyle/>
          <a:p>
            <a:endParaRPr lang="en-MX" dirty="0"/>
          </a:p>
        </p:txBody>
      </p:sp>
      <p:sp>
        <p:nvSpPr>
          <p:cNvPr id="4" name="Slide Number Placeholder 3">
            <a:extLst>
              <a:ext uri="{FF2B5EF4-FFF2-40B4-BE49-F238E27FC236}">
                <a16:creationId xmlns:a16="http://schemas.microsoft.com/office/drawing/2014/main" id="{860F0614-F125-3DBE-7978-94A56FEE0024}"/>
              </a:ext>
            </a:extLst>
          </p:cNvPr>
          <p:cNvSpPr>
            <a:spLocks noGrp="1"/>
          </p:cNvSpPr>
          <p:nvPr>
            <p:ph type="sldNum" sz="quarter" idx="5"/>
          </p:nvPr>
        </p:nvSpPr>
        <p:spPr/>
        <p:txBody>
          <a:bodyPr/>
          <a:lstStyle/>
          <a:p>
            <a:fld id="{785A7083-E96A-874F-9231-8FFAE5D94CED}" type="slidenum">
              <a:rPr lang="en-MX" smtClean="0"/>
              <a:t>16</a:t>
            </a:fld>
            <a:endParaRPr lang="en-MX"/>
          </a:p>
        </p:txBody>
      </p:sp>
    </p:spTree>
    <p:extLst>
      <p:ext uri="{BB962C8B-B14F-4D97-AF65-F5344CB8AC3E}">
        <p14:creationId xmlns:p14="http://schemas.microsoft.com/office/powerpoint/2010/main" val="13755626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27D10-2EFB-060D-2768-0CF30E21CA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AEEBFD-C993-2795-C17B-5276A335C8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31C721-AD58-2659-7C75-9C9C1B464CA0}"/>
              </a:ext>
            </a:extLst>
          </p:cNvPr>
          <p:cNvSpPr>
            <a:spLocks noGrp="1"/>
          </p:cNvSpPr>
          <p:nvPr>
            <p:ph type="body" idx="1"/>
          </p:nvPr>
        </p:nvSpPr>
        <p:spPr/>
        <p:txBody>
          <a:bodyPr/>
          <a:lstStyle/>
          <a:p>
            <a:endParaRPr lang="en-MX" dirty="0"/>
          </a:p>
        </p:txBody>
      </p:sp>
      <p:sp>
        <p:nvSpPr>
          <p:cNvPr id="4" name="Slide Number Placeholder 3">
            <a:extLst>
              <a:ext uri="{FF2B5EF4-FFF2-40B4-BE49-F238E27FC236}">
                <a16:creationId xmlns:a16="http://schemas.microsoft.com/office/drawing/2014/main" id="{38451DBE-3E68-4548-8409-95F405B06796}"/>
              </a:ext>
            </a:extLst>
          </p:cNvPr>
          <p:cNvSpPr>
            <a:spLocks noGrp="1"/>
          </p:cNvSpPr>
          <p:nvPr>
            <p:ph type="sldNum" sz="quarter" idx="5"/>
          </p:nvPr>
        </p:nvSpPr>
        <p:spPr/>
        <p:txBody>
          <a:bodyPr/>
          <a:lstStyle/>
          <a:p>
            <a:fld id="{785A7083-E96A-874F-9231-8FFAE5D94CED}" type="slidenum">
              <a:rPr lang="en-MX" smtClean="0"/>
              <a:t>18</a:t>
            </a:fld>
            <a:endParaRPr lang="en-MX"/>
          </a:p>
        </p:txBody>
      </p:sp>
    </p:spTree>
    <p:extLst>
      <p:ext uri="{BB962C8B-B14F-4D97-AF65-F5344CB8AC3E}">
        <p14:creationId xmlns:p14="http://schemas.microsoft.com/office/powerpoint/2010/main" val="27711694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8736D-99AE-B01D-F7AC-96F8F9FDA7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E7E055-B16E-AD2A-D9A9-6761554B7B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648EF9-216E-4DB9-2913-7BCADF9FB466}"/>
              </a:ext>
            </a:extLst>
          </p:cNvPr>
          <p:cNvSpPr>
            <a:spLocks noGrp="1"/>
          </p:cNvSpPr>
          <p:nvPr>
            <p:ph type="body" idx="1"/>
          </p:nvPr>
        </p:nvSpPr>
        <p:spPr/>
        <p:txBody>
          <a:bodyPr/>
          <a:lstStyle/>
          <a:p>
            <a:endParaRPr lang="en-MX" dirty="0"/>
          </a:p>
        </p:txBody>
      </p:sp>
      <p:sp>
        <p:nvSpPr>
          <p:cNvPr id="4" name="Slide Number Placeholder 3">
            <a:extLst>
              <a:ext uri="{FF2B5EF4-FFF2-40B4-BE49-F238E27FC236}">
                <a16:creationId xmlns:a16="http://schemas.microsoft.com/office/drawing/2014/main" id="{AC3F0C22-C8A1-011B-E355-A4EC600F8D87}"/>
              </a:ext>
            </a:extLst>
          </p:cNvPr>
          <p:cNvSpPr>
            <a:spLocks noGrp="1"/>
          </p:cNvSpPr>
          <p:nvPr>
            <p:ph type="sldNum" sz="quarter" idx="5"/>
          </p:nvPr>
        </p:nvSpPr>
        <p:spPr/>
        <p:txBody>
          <a:bodyPr/>
          <a:lstStyle/>
          <a:p>
            <a:fld id="{785A7083-E96A-874F-9231-8FFAE5D94CED}" type="slidenum">
              <a:rPr lang="en-MX" smtClean="0"/>
              <a:t>19</a:t>
            </a:fld>
            <a:endParaRPr lang="en-MX"/>
          </a:p>
        </p:txBody>
      </p:sp>
    </p:spTree>
    <p:extLst>
      <p:ext uri="{BB962C8B-B14F-4D97-AF65-F5344CB8AC3E}">
        <p14:creationId xmlns:p14="http://schemas.microsoft.com/office/powerpoint/2010/main" val="42460365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3536C-4358-819F-8130-DBCD10756A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83A3A4-847B-9411-A963-BA5D0AA036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AC2CF8-7A76-2EAF-56C4-BD2B165D5C51}"/>
              </a:ext>
            </a:extLst>
          </p:cNvPr>
          <p:cNvSpPr>
            <a:spLocks noGrp="1"/>
          </p:cNvSpPr>
          <p:nvPr>
            <p:ph type="body" idx="1"/>
          </p:nvPr>
        </p:nvSpPr>
        <p:spPr/>
        <p:txBody>
          <a:bodyPr/>
          <a:lstStyle/>
          <a:p>
            <a:endParaRPr lang="en-MX" dirty="0"/>
          </a:p>
        </p:txBody>
      </p:sp>
      <p:sp>
        <p:nvSpPr>
          <p:cNvPr id="4" name="Slide Number Placeholder 3">
            <a:extLst>
              <a:ext uri="{FF2B5EF4-FFF2-40B4-BE49-F238E27FC236}">
                <a16:creationId xmlns:a16="http://schemas.microsoft.com/office/drawing/2014/main" id="{9A5CBE4E-EA6C-E26A-962E-F8E12C7ABDAC}"/>
              </a:ext>
            </a:extLst>
          </p:cNvPr>
          <p:cNvSpPr>
            <a:spLocks noGrp="1"/>
          </p:cNvSpPr>
          <p:nvPr>
            <p:ph type="sldNum" sz="quarter" idx="5"/>
          </p:nvPr>
        </p:nvSpPr>
        <p:spPr/>
        <p:txBody>
          <a:bodyPr/>
          <a:lstStyle/>
          <a:p>
            <a:fld id="{785A7083-E96A-874F-9231-8FFAE5D94CED}" type="slidenum">
              <a:rPr lang="en-MX" smtClean="0"/>
              <a:t>20</a:t>
            </a:fld>
            <a:endParaRPr lang="en-MX"/>
          </a:p>
        </p:txBody>
      </p:sp>
    </p:spTree>
    <p:extLst>
      <p:ext uri="{BB962C8B-B14F-4D97-AF65-F5344CB8AC3E}">
        <p14:creationId xmlns:p14="http://schemas.microsoft.com/office/powerpoint/2010/main" val="31239345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884EA-25F6-68EE-E22D-582AE7CF75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0FB001-3FA8-01B9-59AF-402EFC8983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D0BA55-260C-6ADD-928F-7EB80FE2F13A}"/>
              </a:ext>
            </a:extLst>
          </p:cNvPr>
          <p:cNvSpPr>
            <a:spLocks noGrp="1"/>
          </p:cNvSpPr>
          <p:nvPr>
            <p:ph type="body" idx="1"/>
          </p:nvPr>
        </p:nvSpPr>
        <p:spPr/>
        <p:txBody>
          <a:bodyPr/>
          <a:lstStyle/>
          <a:p>
            <a:endParaRPr lang="en-MX" dirty="0"/>
          </a:p>
        </p:txBody>
      </p:sp>
      <p:sp>
        <p:nvSpPr>
          <p:cNvPr id="4" name="Slide Number Placeholder 3">
            <a:extLst>
              <a:ext uri="{FF2B5EF4-FFF2-40B4-BE49-F238E27FC236}">
                <a16:creationId xmlns:a16="http://schemas.microsoft.com/office/drawing/2014/main" id="{D9649C88-E0BB-79C7-08A9-2FEC8E600221}"/>
              </a:ext>
            </a:extLst>
          </p:cNvPr>
          <p:cNvSpPr>
            <a:spLocks noGrp="1"/>
          </p:cNvSpPr>
          <p:nvPr>
            <p:ph type="sldNum" sz="quarter" idx="5"/>
          </p:nvPr>
        </p:nvSpPr>
        <p:spPr/>
        <p:txBody>
          <a:bodyPr/>
          <a:lstStyle/>
          <a:p>
            <a:fld id="{785A7083-E96A-874F-9231-8FFAE5D94CED}" type="slidenum">
              <a:rPr lang="en-MX" smtClean="0"/>
              <a:t>21</a:t>
            </a:fld>
            <a:endParaRPr lang="en-MX"/>
          </a:p>
        </p:txBody>
      </p:sp>
    </p:spTree>
    <p:extLst>
      <p:ext uri="{BB962C8B-B14F-4D97-AF65-F5344CB8AC3E}">
        <p14:creationId xmlns:p14="http://schemas.microsoft.com/office/powerpoint/2010/main" val="21798471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89F54-9202-725A-0B56-6F18831334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F56F89-A18B-7EB6-F0F2-B13D0006D7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0BD120-E3C9-B2CD-AA37-E586DB25EB54}"/>
              </a:ext>
            </a:extLst>
          </p:cNvPr>
          <p:cNvSpPr>
            <a:spLocks noGrp="1"/>
          </p:cNvSpPr>
          <p:nvPr>
            <p:ph type="body" idx="1"/>
          </p:nvPr>
        </p:nvSpPr>
        <p:spPr/>
        <p:txBody>
          <a:bodyPr/>
          <a:lstStyle/>
          <a:p>
            <a:endParaRPr lang="en-MX" dirty="0"/>
          </a:p>
        </p:txBody>
      </p:sp>
      <p:sp>
        <p:nvSpPr>
          <p:cNvPr id="4" name="Slide Number Placeholder 3">
            <a:extLst>
              <a:ext uri="{FF2B5EF4-FFF2-40B4-BE49-F238E27FC236}">
                <a16:creationId xmlns:a16="http://schemas.microsoft.com/office/drawing/2014/main" id="{F18B16B5-2A43-918A-C133-DD707D1F53E3}"/>
              </a:ext>
            </a:extLst>
          </p:cNvPr>
          <p:cNvSpPr>
            <a:spLocks noGrp="1"/>
          </p:cNvSpPr>
          <p:nvPr>
            <p:ph type="sldNum" sz="quarter" idx="5"/>
          </p:nvPr>
        </p:nvSpPr>
        <p:spPr/>
        <p:txBody>
          <a:bodyPr/>
          <a:lstStyle/>
          <a:p>
            <a:fld id="{785A7083-E96A-874F-9231-8FFAE5D94CED}" type="slidenum">
              <a:rPr lang="en-MX" smtClean="0"/>
              <a:t>23</a:t>
            </a:fld>
            <a:endParaRPr lang="en-MX"/>
          </a:p>
        </p:txBody>
      </p:sp>
    </p:spTree>
    <p:extLst>
      <p:ext uri="{BB962C8B-B14F-4D97-AF65-F5344CB8AC3E}">
        <p14:creationId xmlns:p14="http://schemas.microsoft.com/office/powerpoint/2010/main" val="41447325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CFFFE-3122-7113-3E83-A112BD6753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654F62-68D3-F2EB-D10B-9F618AA2B0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4337D9-0D0B-03F5-9C3F-D938434898F4}"/>
              </a:ext>
            </a:extLst>
          </p:cNvPr>
          <p:cNvSpPr>
            <a:spLocks noGrp="1"/>
          </p:cNvSpPr>
          <p:nvPr>
            <p:ph type="body" idx="1"/>
          </p:nvPr>
        </p:nvSpPr>
        <p:spPr/>
        <p:txBody>
          <a:bodyPr/>
          <a:lstStyle/>
          <a:p>
            <a:endParaRPr lang="en-MX" dirty="0"/>
          </a:p>
        </p:txBody>
      </p:sp>
      <p:sp>
        <p:nvSpPr>
          <p:cNvPr id="4" name="Slide Number Placeholder 3">
            <a:extLst>
              <a:ext uri="{FF2B5EF4-FFF2-40B4-BE49-F238E27FC236}">
                <a16:creationId xmlns:a16="http://schemas.microsoft.com/office/drawing/2014/main" id="{8780CE3C-1B90-4EDD-E96E-F462B110960A}"/>
              </a:ext>
            </a:extLst>
          </p:cNvPr>
          <p:cNvSpPr>
            <a:spLocks noGrp="1"/>
          </p:cNvSpPr>
          <p:nvPr>
            <p:ph type="sldNum" sz="quarter" idx="5"/>
          </p:nvPr>
        </p:nvSpPr>
        <p:spPr/>
        <p:txBody>
          <a:bodyPr/>
          <a:lstStyle/>
          <a:p>
            <a:fld id="{785A7083-E96A-874F-9231-8FFAE5D94CED}" type="slidenum">
              <a:rPr lang="en-MX" smtClean="0"/>
              <a:t>24</a:t>
            </a:fld>
            <a:endParaRPr lang="en-MX"/>
          </a:p>
        </p:txBody>
      </p:sp>
    </p:spTree>
    <p:extLst>
      <p:ext uri="{BB962C8B-B14F-4D97-AF65-F5344CB8AC3E}">
        <p14:creationId xmlns:p14="http://schemas.microsoft.com/office/powerpoint/2010/main" val="1323259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BDA9A-B838-1075-2F73-1B34A2723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06789E-CD87-B24E-7A68-F6916AF8F6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F9E7C9-1C51-82F8-6C55-3C62F3AB6280}"/>
              </a:ext>
            </a:extLst>
          </p:cNvPr>
          <p:cNvSpPr>
            <a:spLocks noGrp="1"/>
          </p:cNvSpPr>
          <p:nvPr>
            <p:ph type="body" idx="1"/>
          </p:nvPr>
        </p:nvSpPr>
        <p:spPr/>
        <p:txBody>
          <a:bodyPr/>
          <a:lstStyle/>
          <a:p>
            <a:endParaRPr lang="en-MX" dirty="0"/>
          </a:p>
        </p:txBody>
      </p:sp>
      <p:sp>
        <p:nvSpPr>
          <p:cNvPr id="4" name="Slide Number Placeholder 3">
            <a:extLst>
              <a:ext uri="{FF2B5EF4-FFF2-40B4-BE49-F238E27FC236}">
                <a16:creationId xmlns:a16="http://schemas.microsoft.com/office/drawing/2014/main" id="{EA68F490-70D6-2A23-4538-7F9D87398164}"/>
              </a:ext>
            </a:extLst>
          </p:cNvPr>
          <p:cNvSpPr>
            <a:spLocks noGrp="1"/>
          </p:cNvSpPr>
          <p:nvPr>
            <p:ph type="sldNum" sz="quarter" idx="5"/>
          </p:nvPr>
        </p:nvSpPr>
        <p:spPr/>
        <p:txBody>
          <a:bodyPr/>
          <a:lstStyle/>
          <a:p>
            <a:fld id="{785A7083-E96A-874F-9231-8FFAE5D94CED}" type="slidenum">
              <a:rPr lang="en-MX" smtClean="0"/>
              <a:t>25</a:t>
            </a:fld>
            <a:endParaRPr lang="en-MX"/>
          </a:p>
        </p:txBody>
      </p:sp>
    </p:spTree>
    <p:extLst>
      <p:ext uri="{BB962C8B-B14F-4D97-AF65-F5344CB8AC3E}">
        <p14:creationId xmlns:p14="http://schemas.microsoft.com/office/powerpoint/2010/main" val="2426349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9877F-8D41-66CE-8B31-FDEC6598A28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X"/>
          </a:p>
        </p:txBody>
      </p:sp>
      <p:sp>
        <p:nvSpPr>
          <p:cNvPr id="3" name="Subtitle 2">
            <a:extLst>
              <a:ext uri="{FF2B5EF4-FFF2-40B4-BE49-F238E27FC236}">
                <a16:creationId xmlns:a16="http://schemas.microsoft.com/office/drawing/2014/main" id="{2CAE24AB-9A02-B0FD-12F0-B8649C5453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X"/>
          </a:p>
        </p:txBody>
      </p:sp>
      <p:sp>
        <p:nvSpPr>
          <p:cNvPr id="4" name="Date Placeholder 3">
            <a:extLst>
              <a:ext uri="{FF2B5EF4-FFF2-40B4-BE49-F238E27FC236}">
                <a16:creationId xmlns:a16="http://schemas.microsoft.com/office/drawing/2014/main" id="{945F687D-D31B-9391-A5A6-52AB46B492A1}"/>
              </a:ext>
            </a:extLst>
          </p:cNvPr>
          <p:cNvSpPr>
            <a:spLocks noGrp="1"/>
          </p:cNvSpPr>
          <p:nvPr>
            <p:ph type="dt" sz="half" idx="10"/>
          </p:nvPr>
        </p:nvSpPr>
        <p:spPr/>
        <p:txBody>
          <a:bodyPr/>
          <a:lstStyle/>
          <a:p>
            <a:fld id="{D7D343DF-E1B7-9540-BFCB-E0B5E5A3FAB4}" type="datetimeFigureOut">
              <a:rPr lang="en-MX" smtClean="0"/>
              <a:t>24/06/26</a:t>
            </a:fld>
            <a:endParaRPr lang="en-MX"/>
          </a:p>
        </p:txBody>
      </p:sp>
      <p:sp>
        <p:nvSpPr>
          <p:cNvPr id="5" name="Footer Placeholder 4">
            <a:extLst>
              <a:ext uri="{FF2B5EF4-FFF2-40B4-BE49-F238E27FC236}">
                <a16:creationId xmlns:a16="http://schemas.microsoft.com/office/drawing/2014/main" id="{5423959D-EEFD-8952-9D2B-5374F85AC5CD}"/>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3AA2EABA-1E98-7A85-D99F-F38457E4F1C4}"/>
              </a:ext>
            </a:extLst>
          </p:cNvPr>
          <p:cNvSpPr>
            <a:spLocks noGrp="1"/>
          </p:cNvSpPr>
          <p:nvPr>
            <p:ph type="sldNum" sz="quarter" idx="12"/>
          </p:nvPr>
        </p:nvSpPr>
        <p:spPr/>
        <p:txBody>
          <a:bodyPr/>
          <a:lstStyle/>
          <a:p>
            <a:fld id="{FBA41F78-EB39-864A-9109-9F5F1C672AD5}" type="slidenum">
              <a:rPr lang="en-MX" smtClean="0"/>
              <a:t>‹#›</a:t>
            </a:fld>
            <a:endParaRPr lang="en-MX"/>
          </a:p>
        </p:txBody>
      </p:sp>
    </p:spTree>
    <p:extLst>
      <p:ext uri="{BB962C8B-B14F-4D97-AF65-F5344CB8AC3E}">
        <p14:creationId xmlns:p14="http://schemas.microsoft.com/office/powerpoint/2010/main" val="28561187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3E99C-4A36-9077-0B63-47450CB9B8BE}"/>
              </a:ext>
            </a:extLst>
          </p:cNvPr>
          <p:cNvSpPr>
            <a:spLocks noGrp="1"/>
          </p:cNvSpPr>
          <p:nvPr>
            <p:ph type="title"/>
          </p:nvPr>
        </p:nvSpPr>
        <p:spPr/>
        <p:txBody>
          <a:bodyPr/>
          <a:lstStyle/>
          <a:p>
            <a:r>
              <a:rPr lang="en-US"/>
              <a:t>Click to edit Master title style</a:t>
            </a:r>
            <a:endParaRPr lang="en-MX"/>
          </a:p>
        </p:txBody>
      </p:sp>
      <p:sp>
        <p:nvSpPr>
          <p:cNvPr id="3" name="Content Placeholder 2">
            <a:extLst>
              <a:ext uri="{FF2B5EF4-FFF2-40B4-BE49-F238E27FC236}">
                <a16:creationId xmlns:a16="http://schemas.microsoft.com/office/drawing/2014/main" id="{5DA47C59-87FD-440A-9AD8-D219148BFA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Date Placeholder 3">
            <a:extLst>
              <a:ext uri="{FF2B5EF4-FFF2-40B4-BE49-F238E27FC236}">
                <a16:creationId xmlns:a16="http://schemas.microsoft.com/office/drawing/2014/main" id="{FDEF8E04-E762-9BAC-4A12-EE3E729740BB}"/>
              </a:ext>
            </a:extLst>
          </p:cNvPr>
          <p:cNvSpPr>
            <a:spLocks noGrp="1"/>
          </p:cNvSpPr>
          <p:nvPr>
            <p:ph type="dt" sz="half" idx="10"/>
          </p:nvPr>
        </p:nvSpPr>
        <p:spPr/>
        <p:txBody>
          <a:bodyPr/>
          <a:lstStyle/>
          <a:p>
            <a:fld id="{D7D343DF-E1B7-9540-BFCB-E0B5E5A3FAB4}" type="datetimeFigureOut">
              <a:rPr lang="en-MX" smtClean="0"/>
              <a:t>24/06/26</a:t>
            </a:fld>
            <a:endParaRPr lang="en-MX"/>
          </a:p>
        </p:txBody>
      </p:sp>
      <p:sp>
        <p:nvSpPr>
          <p:cNvPr id="5" name="Footer Placeholder 4">
            <a:extLst>
              <a:ext uri="{FF2B5EF4-FFF2-40B4-BE49-F238E27FC236}">
                <a16:creationId xmlns:a16="http://schemas.microsoft.com/office/drawing/2014/main" id="{AFE67227-0E0D-677F-E9D9-35F95C0952D7}"/>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B963E0AC-040F-E357-685E-BB5677BAEBB1}"/>
              </a:ext>
            </a:extLst>
          </p:cNvPr>
          <p:cNvSpPr>
            <a:spLocks noGrp="1"/>
          </p:cNvSpPr>
          <p:nvPr>
            <p:ph type="sldNum" sz="quarter" idx="12"/>
          </p:nvPr>
        </p:nvSpPr>
        <p:spPr/>
        <p:txBody>
          <a:bodyPr/>
          <a:lstStyle/>
          <a:p>
            <a:fld id="{FBA41F78-EB39-864A-9109-9F5F1C672AD5}" type="slidenum">
              <a:rPr lang="en-MX" smtClean="0"/>
              <a:t>‹#›</a:t>
            </a:fld>
            <a:endParaRPr lang="en-MX"/>
          </a:p>
        </p:txBody>
      </p:sp>
    </p:spTree>
    <p:extLst>
      <p:ext uri="{BB962C8B-B14F-4D97-AF65-F5344CB8AC3E}">
        <p14:creationId xmlns:p14="http://schemas.microsoft.com/office/powerpoint/2010/main" val="42468427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B7511-C02E-45A9-50F6-1228017E33C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MX"/>
          </a:p>
        </p:txBody>
      </p:sp>
      <p:sp>
        <p:nvSpPr>
          <p:cNvPr id="3" name="Text Placeholder 2">
            <a:extLst>
              <a:ext uri="{FF2B5EF4-FFF2-40B4-BE49-F238E27FC236}">
                <a16:creationId xmlns:a16="http://schemas.microsoft.com/office/drawing/2014/main" id="{5AC04990-74B3-24DD-E1CC-403531032AB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60DB168-1DE2-1CF5-9421-5E6C5FD8CD14}"/>
              </a:ext>
            </a:extLst>
          </p:cNvPr>
          <p:cNvSpPr>
            <a:spLocks noGrp="1"/>
          </p:cNvSpPr>
          <p:nvPr>
            <p:ph type="dt" sz="half" idx="10"/>
          </p:nvPr>
        </p:nvSpPr>
        <p:spPr/>
        <p:txBody>
          <a:bodyPr/>
          <a:lstStyle/>
          <a:p>
            <a:fld id="{D7D343DF-E1B7-9540-BFCB-E0B5E5A3FAB4}" type="datetimeFigureOut">
              <a:rPr lang="en-MX" smtClean="0"/>
              <a:t>24/06/26</a:t>
            </a:fld>
            <a:endParaRPr lang="en-MX"/>
          </a:p>
        </p:txBody>
      </p:sp>
      <p:sp>
        <p:nvSpPr>
          <p:cNvPr id="5" name="Footer Placeholder 4">
            <a:extLst>
              <a:ext uri="{FF2B5EF4-FFF2-40B4-BE49-F238E27FC236}">
                <a16:creationId xmlns:a16="http://schemas.microsoft.com/office/drawing/2014/main" id="{AFC682E3-148F-8DF1-D143-706A3BFA9D5A}"/>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0B0C44A4-EF28-8E99-55F5-286128981808}"/>
              </a:ext>
            </a:extLst>
          </p:cNvPr>
          <p:cNvSpPr>
            <a:spLocks noGrp="1"/>
          </p:cNvSpPr>
          <p:nvPr>
            <p:ph type="sldNum" sz="quarter" idx="12"/>
          </p:nvPr>
        </p:nvSpPr>
        <p:spPr/>
        <p:txBody>
          <a:bodyPr/>
          <a:lstStyle/>
          <a:p>
            <a:fld id="{FBA41F78-EB39-864A-9109-9F5F1C672AD5}" type="slidenum">
              <a:rPr lang="en-MX" smtClean="0"/>
              <a:t>‹#›</a:t>
            </a:fld>
            <a:endParaRPr lang="en-MX"/>
          </a:p>
        </p:txBody>
      </p:sp>
    </p:spTree>
    <p:extLst>
      <p:ext uri="{BB962C8B-B14F-4D97-AF65-F5344CB8AC3E}">
        <p14:creationId xmlns:p14="http://schemas.microsoft.com/office/powerpoint/2010/main" val="2718378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74D9A-0799-FCB9-2914-C63518510443}"/>
              </a:ext>
            </a:extLst>
          </p:cNvPr>
          <p:cNvSpPr>
            <a:spLocks noGrp="1"/>
          </p:cNvSpPr>
          <p:nvPr>
            <p:ph type="title"/>
          </p:nvPr>
        </p:nvSpPr>
        <p:spPr/>
        <p:txBody>
          <a:bodyPr/>
          <a:lstStyle/>
          <a:p>
            <a:r>
              <a:rPr lang="en-US"/>
              <a:t>Click to edit Master title style</a:t>
            </a:r>
            <a:endParaRPr lang="en-MX"/>
          </a:p>
        </p:txBody>
      </p:sp>
      <p:sp>
        <p:nvSpPr>
          <p:cNvPr id="3" name="Content Placeholder 2">
            <a:extLst>
              <a:ext uri="{FF2B5EF4-FFF2-40B4-BE49-F238E27FC236}">
                <a16:creationId xmlns:a16="http://schemas.microsoft.com/office/drawing/2014/main" id="{27D16928-39A7-AD94-2FDB-B95B197A62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Content Placeholder 3">
            <a:extLst>
              <a:ext uri="{FF2B5EF4-FFF2-40B4-BE49-F238E27FC236}">
                <a16:creationId xmlns:a16="http://schemas.microsoft.com/office/drawing/2014/main" id="{09F605E0-954B-C36F-AF2A-11CFED432C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5" name="Date Placeholder 4">
            <a:extLst>
              <a:ext uri="{FF2B5EF4-FFF2-40B4-BE49-F238E27FC236}">
                <a16:creationId xmlns:a16="http://schemas.microsoft.com/office/drawing/2014/main" id="{F4413A54-5B7D-32B3-6FC0-381DD33E3CEE}"/>
              </a:ext>
            </a:extLst>
          </p:cNvPr>
          <p:cNvSpPr>
            <a:spLocks noGrp="1"/>
          </p:cNvSpPr>
          <p:nvPr>
            <p:ph type="dt" sz="half" idx="10"/>
          </p:nvPr>
        </p:nvSpPr>
        <p:spPr/>
        <p:txBody>
          <a:bodyPr/>
          <a:lstStyle/>
          <a:p>
            <a:fld id="{D7D343DF-E1B7-9540-BFCB-E0B5E5A3FAB4}" type="datetimeFigureOut">
              <a:rPr lang="en-MX" smtClean="0"/>
              <a:t>24/06/26</a:t>
            </a:fld>
            <a:endParaRPr lang="en-MX"/>
          </a:p>
        </p:txBody>
      </p:sp>
      <p:sp>
        <p:nvSpPr>
          <p:cNvPr id="6" name="Footer Placeholder 5">
            <a:extLst>
              <a:ext uri="{FF2B5EF4-FFF2-40B4-BE49-F238E27FC236}">
                <a16:creationId xmlns:a16="http://schemas.microsoft.com/office/drawing/2014/main" id="{5317333F-BA4B-EB16-F428-640D226FCCE8}"/>
              </a:ext>
            </a:extLst>
          </p:cNvPr>
          <p:cNvSpPr>
            <a:spLocks noGrp="1"/>
          </p:cNvSpPr>
          <p:nvPr>
            <p:ph type="ftr" sz="quarter" idx="11"/>
          </p:nvPr>
        </p:nvSpPr>
        <p:spPr/>
        <p:txBody>
          <a:bodyPr/>
          <a:lstStyle/>
          <a:p>
            <a:endParaRPr lang="en-MX"/>
          </a:p>
        </p:txBody>
      </p:sp>
      <p:sp>
        <p:nvSpPr>
          <p:cNvPr id="7" name="Slide Number Placeholder 6">
            <a:extLst>
              <a:ext uri="{FF2B5EF4-FFF2-40B4-BE49-F238E27FC236}">
                <a16:creationId xmlns:a16="http://schemas.microsoft.com/office/drawing/2014/main" id="{D53B135F-9CD4-DAB2-C268-9C94DCDA39A6}"/>
              </a:ext>
            </a:extLst>
          </p:cNvPr>
          <p:cNvSpPr>
            <a:spLocks noGrp="1"/>
          </p:cNvSpPr>
          <p:nvPr>
            <p:ph type="sldNum" sz="quarter" idx="12"/>
          </p:nvPr>
        </p:nvSpPr>
        <p:spPr/>
        <p:txBody>
          <a:bodyPr/>
          <a:lstStyle/>
          <a:p>
            <a:fld id="{FBA41F78-EB39-864A-9109-9F5F1C672AD5}" type="slidenum">
              <a:rPr lang="en-MX" smtClean="0"/>
              <a:t>‹#›</a:t>
            </a:fld>
            <a:endParaRPr lang="en-MX"/>
          </a:p>
        </p:txBody>
      </p:sp>
    </p:spTree>
    <p:extLst>
      <p:ext uri="{BB962C8B-B14F-4D97-AF65-F5344CB8AC3E}">
        <p14:creationId xmlns:p14="http://schemas.microsoft.com/office/powerpoint/2010/main" val="15059257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19759-782E-3549-5A07-9FB135A60A6E}"/>
              </a:ext>
            </a:extLst>
          </p:cNvPr>
          <p:cNvSpPr>
            <a:spLocks noGrp="1"/>
          </p:cNvSpPr>
          <p:nvPr>
            <p:ph type="title"/>
          </p:nvPr>
        </p:nvSpPr>
        <p:spPr>
          <a:xfrm>
            <a:off x="839788" y="365125"/>
            <a:ext cx="10515600" cy="1325563"/>
          </a:xfrm>
        </p:spPr>
        <p:txBody>
          <a:bodyPr/>
          <a:lstStyle/>
          <a:p>
            <a:r>
              <a:rPr lang="en-US"/>
              <a:t>Click to edit Master title style</a:t>
            </a:r>
            <a:endParaRPr lang="en-MX"/>
          </a:p>
        </p:txBody>
      </p:sp>
      <p:sp>
        <p:nvSpPr>
          <p:cNvPr id="3" name="Text Placeholder 2">
            <a:extLst>
              <a:ext uri="{FF2B5EF4-FFF2-40B4-BE49-F238E27FC236}">
                <a16:creationId xmlns:a16="http://schemas.microsoft.com/office/drawing/2014/main" id="{C1D59350-378F-F585-12DB-C421F16E5A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BDA48E-E0EF-EE41-46FE-2A9FBEAB23B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5" name="Text Placeholder 4">
            <a:extLst>
              <a:ext uri="{FF2B5EF4-FFF2-40B4-BE49-F238E27FC236}">
                <a16:creationId xmlns:a16="http://schemas.microsoft.com/office/drawing/2014/main" id="{044B3E83-B6BF-143B-1FC5-12EF66DD3C8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BE3C215-D42D-B091-BAB3-020F74F23E5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7" name="Date Placeholder 6">
            <a:extLst>
              <a:ext uri="{FF2B5EF4-FFF2-40B4-BE49-F238E27FC236}">
                <a16:creationId xmlns:a16="http://schemas.microsoft.com/office/drawing/2014/main" id="{D96002D5-B55E-C722-7DCF-25838D2A51ED}"/>
              </a:ext>
            </a:extLst>
          </p:cNvPr>
          <p:cNvSpPr>
            <a:spLocks noGrp="1"/>
          </p:cNvSpPr>
          <p:nvPr>
            <p:ph type="dt" sz="half" idx="10"/>
          </p:nvPr>
        </p:nvSpPr>
        <p:spPr/>
        <p:txBody>
          <a:bodyPr/>
          <a:lstStyle/>
          <a:p>
            <a:fld id="{D7D343DF-E1B7-9540-BFCB-E0B5E5A3FAB4}" type="datetimeFigureOut">
              <a:rPr lang="en-MX" smtClean="0"/>
              <a:t>24/06/26</a:t>
            </a:fld>
            <a:endParaRPr lang="en-MX"/>
          </a:p>
        </p:txBody>
      </p:sp>
      <p:sp>
        <p:nvSpPr>
          <p:cNvPr id="8" name="Footer Placeholder 7">
            <a:extLst>
              <a:ext uri="{FF2B5EF4-FFF2-40B4-BE49-F238E27FC236}">
                <a16:creationId xmlns:a16="http://schemas.microsoft.com/office/drawing/2014/main" id="{B3EB8C90-AB69-A661-E764-85693AE90976}"/>
              </a:ext>
            </a:extLst>
          </p:cNvPr>
          <p:cNvSpPr>
            <a:spLocks noGrp="1"/>
          </p:cNvSpPr>
          <p:nvPr>
            <p:ph type="ftr" sz="quarter" idx="11"/>
          </p:nvPr>
        </p:nvSpPr>
        <p:spPr/>
        <p:txBody>
          <a:bodyPr/>
          <a:lstStyle/>
          <a:p>
            <a:endParaRPr lang="en-MX"/>
          </a:p>
        </p:txBody>
      </p:sp>
      <p:sp>
        <p:nvSpPr>
          <p:cNvPr id="9" name="Slide Number Placeholder 8">
            <a:extLst>
              <a:ext uri="{FF2B5EF4-FFF2-40B4-BE49-F238E27FC236}">
                <a16:creationId xmlns:a16="http://schemas.microsoft.com/office/drawing/2014/main" id="{982AB75B-9DB0-DE85-E960-748B31F9608F}"/>
              </a:ext>
            </a:extLst>
          </p:cNvPr>
          <p:cNvSpPr>
            <a:spLocks noGrp="1"/>
          </p:cNvSpPr>
          <p:nvPr>
            <p:ph type="sldNum" sz="quarter" idx="12"/>
          </p:nvPr>
        </p:nvSpPr>
        <p:spPr/>
        <p:txBody>
          <a:bodyPr/>
          <a:lstStyle/>
          <a:p>
            <a:fld id="{FBA41F78-EB39-864A-9109-9F5F1C672AD5}" type="slidenum">
              <a:rPr lang="en-MX" smtClean="0"/>
              <a:t>‹#›</a:t>
            </a:fld>
            <a:endParaRPr lang="en-MX"/>
          </a:p>
        </p:txBody>
      </p:sp>
    </p:spTree>
    <p:extLst>
      <p:ext uri="{BB962C8B-B14F-4D97-AF65-F5344CB8AC3E}">
        <p14:creationId xmlns:p14="http://schemas.microsoft.com/office/powerpoint/2010/main" val="91290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52BF6-4B44-B193-D662-FD3FB8C5B494}"/>
              </a:ext>
            </a:extLst>
          </p:cNvPr>
          <p:cNvSpPr>
            <a:spLocks noGrp="1"/>
          </p:cNvSpPr>
          <p:nvPr>
            <p:ph type="title"/>
          </p:nvPr>
        </p:nvSpPr>
        <p:spPr/>
        <p:txBody>
          <a:bodyPr/>
          <a:lstStyle/>
          <a:p>
            <a:r>
              <a:rPr lang="en-US"/>
              <a:t>Click to edit Master title style</a:t>
            </a:r>
            <a:endParaRPr lang="en-MX"/>
          </a:p>
        </p:txBody>
      </p:sp>
      <p:sp>
        <p:nvSpPr>
          <p:cNvPr id="3" name="Date Placeholder 2">
            <a:extLst>
              <a:ext uri="{FF2B5EF4-FFF2-40B4-BE49-F238E27FC236}">
                <a16:creationId xmlns:a16="http://schemas.microsoft.com/office/drawing/2014/main" id="{D06AD6A4-0D2C-2AD5-472D-3FF4B1CFA682}"/>
              </a:ext>
            </a:extLst>
          </p:cNvPr>
          <p:cNvSpPr>
            <a:spLocks noGrp="1"/>
          </p:cNvSpPr>
          <p:nvPr>
            <p:ph type="dt" sz="half" idx="10"/>
          </p:nvPr>
        </p:nvSpPr>
        <p:spPr/>
        <p:txBody>
          <a:bodyPr/>
          <a:lstStyle/>
          <a:p>
            <a:fld id="{D7D343DF-E1B7-9540-BFCB-E0B5E5A3FAB4}" type="datetimeFigureOut">
              <a:rPr lang="en-MX" smtClean="0"/>
              <a:t>24/06/26</a:t>
            </a:fld>
            <a:endParaRPr lang="en-MX"/>
          </a:p>
        </p:txBody>
      </p:sp>
      <p:sp>
        <p:nvSpPr>
          <p:cNvPr id="4" name="Footer Placeholder 3">
            <a:extLst>
              <a:ext uri="{FF2B5EF4-FFF2-40B4-BE49-F238E27FC236}">
                <a16:creationId xmlns:a16="http://schemas.microsoft.com/office/drawing/2014/main" id="{53679C5B-E023-89C9-EB71-A64CF2A95E61}"/>
              </a:ext>
            </a:extLst>
          </p:cNvPr>
          <p:cNvSpPr>
            <a:spLocks noGrp="1"/>
          </p:cNvSpPr>
          <p:nvPr>
            <p:ph type="ftr" sz="quarter" idx="11"/>
          </p:nvPr>
        </p:nvSpPr>
        <p:spPr/>
        <p:txBody>
          <a:bodyPr/>
          <a:lstStyle/>
          <a:p>
            <a:endParaRPr lang="en-MX"/>
          </a:p>
        </p:txBody>
      </p:sp>
      <p:sp>
        <p:nvSpPr>
          <p:cNvPr id="5" name="Slide Number Placeholder 4">
            <a:extLst>
              <a:ext uri="{FF2B5EF4-FFF2-40B4-BE49-F238E27FC236}">
                <a16:creationId xmlns:a16="http://schemas.microsoft.com/office/drawing/2014/main" id="{F30746E7-A769-FF33-03EF-8D39C369A307}"/>
              </a:ext>
            </a:extLst>
          </p:cNvPr>
          <p:cNvSpPr>
            <a:spLocks noGrp="1"/>
          </p:cNvSpPr>
          <p:nvPr>
            <p:ph type="sldNum" sz="quarter" idx="12"/>
          </p:nvPr>
        </p:nvSpPr>
        <p:spPr/>
        <p:txBody>
          <a:bodyPr/>
          <a:lstStyle/>
          <a:p>
            <a:fld id="{FBA41F78-EB39-864A-9109-9F5F1C672AD5}" type="slidenum">
              <a:rPr lang="en-MX" smtClean="0"/>
              <a:t>‹#›</a:t>
            </a:fld>
            <a:endParaRPr lang="en-MX"/>
          </a:p>
        </p:txBody>
      </p:sp>
    </p:spTree>
    <p:extLst>
      <p:ext uri="{BB962C8B-B14F-4D97-AF65-F5344CB8AC3E}">
        <p14:creationId xmlns:p14="http://schemas.microsoft.com/office/powerpoint/2010/main" val="14410963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9F5392-EF96-2845-B247-6DC95C9BF30B}"/>
              </a:ext>
            </a:extLst>
          </p:cNvPr>
          <p:cNvSpPr>
            <a:spLocks noGrp="1"/>
          </p:cNvSpPr>
          <p:nvPr>
            <p:ph type="dt" sz="half" idx="10"/>
          </p:nvPr>
        </p:nvSpPr>
        <p:spPr/>
        <p:txBody>
          <a:bodyPr/>
          <a:lstStyle/>
          <a:p>
            <a:fld id="{D7D343DF-E1B7-9540-BFCB-E0B5E5A3FAB4}" type="datetimeFigureOut">
              <a:rPr lang="en-MX" smtClean="0"/>
              <a:t>24/06/26</a:t>
            </a:fld>
            <a:endParaRPr lang="en-MX"/>
          </a:p>
        </p:txBody>
      </p:sp>
      <p:sp>
        <p:nvSpPr>
          <p:cNvPr id="3" name="Footer Placeholder 2">
            <a:extLst>
              <a:ext uri="{FF2B5EF4-FFF2-40B4-BE49-F238E27FC236}">
                <a16:creationId xmlns:a16="http://schemas.microsoft.com/office/drawing/2014/main" id="{5240D081-61E7-5DBF-4409-0B0CCD426D0A}"/>
              </a:ext>
            </a:extLst>
          </p:cNvPr>
          <p:cNvSpPr>
            <a:spLocks noGrp="1"/>
          </p:cNvSpPr>
          <p:nvPr>
            <p:ph type="ftr" sz="quarter" idx="11"/>
          </p:nvPr>
        </p:nvSpPr>
        <p:spPr/>
        <p:txBody>
          <a:bodyPr/>
          <a:lstStyle/>
          <a:p>
            <a:endParaRPr lang="en-MX"/>
          </a:p>
        </p:txBody>
      </p:sp>
      <p:sp>
        <p:nvSpPr>
          <p:cNvPr id="4" name="Slide Number Placeholder 3">
            <a:extLst>
              <a:ext uri="{FF2B5EF4-FFF2-40B4-BE49-F238E27FC236}">
                <a16:creationId xmlns:a16="http://schemas.microsoft.com/office/drawing/2014/main" id="{A0E9FE59-B19C-05E2-95C8-C8ABADAE2C11}"/>
              </a:ext>
            </a:extLst>
          </p:cNvPr>
          <p:cNvSpPr>
            <a:spLocks noGrp="1"/>
          </p:cNvSpPr>
          <p:nvPr>
            <p:ph type="sldNum" sz="quarter" idx="12"/>
          </p:nvPr>
        </p:nvSpPr>
        <p:spPr/>
        <p:txBody>
          <a:bodyPr/>
          <a:lstStyle/>
          <a:p>
            <a:fld id="{FBA41F78-EB39-864A-9109-9F5F1C672AD5}" type="slidenum">
              <a:rPr lang="en-MX" smtClean="0"/>
              <a:t>‹#›</a:t>
            </a:fld>
            <a:endParaRPr lang="en-MX"/>
          </a:p>
        </p:txBody>
      </p:sp>
    </p:spTree>
    <p:extLst>
      <p:ext uri="{BB962C8B-B14F-4D97-AF65-F5344CB8AC3E}">
        <p14:creationId xmlns:p14="http://schemas.microsoft.com/office/powerpoint/2010/main" val="1720321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7F676-E87E-85B5-2716-F0A36ED75C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X"/>
          </a:p>
        </p:txBody>
      </p:sp>
      <p:sp>
        <p:nvSpPr>
          <p:cNvPr id="3" name="Content Placeholder 2">
            <a:extLst>
              <a:ext uri="{FF2B5EF4-FFF2-40B4-BE49-F238E27FC236}">
                <a16:creationId xmlns:a16="http://schemas.microsoft.com/office/drawing/2014/main" id="{4FCA7105-17FE-ED99-B57C-F2476D80E7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Text Placeholder 3">
            <a:extLst>
              <a:ext uri="{FF2B5EF4-FFF2-40B4-BE49-F238E27FC236}">
                <a16:creationId xmlns:a16="http://schemas.microsoft.com/office/drawing/2014/main" id="{854606EB-B71C-6F01-5BBB-BDD3E2EEF1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654F0E-5CEB-0965-D88D-655A93D55EE5}"/>
              </a:ext>
            </a:extLst>
          </p:cNvPr>
          <p:cNvSpPr>
            <a:spLocks noGrp="1"/>
          </p:cNvSpPr>
          <p:nvPr>
            <p:ph type="dt" sz="half" idx="10"/>
          </p:nvPr>
        </p:nvSpPr>
        <p:spPr/>
        <p:txBody>
          <a:bodyPr/>
          <a:lstStyle/>
          <a:p>
            <a:fld id="{D7D343DF-E1B7-9540-BFCB-E0B5E5A3FAB4}" type="datetimeFigureOut">
              <a:rPr lang="en-MX" smtClean="0"/>
              <a:t>24/06/26</a:t>
            </a:fld>
            <a:endParaRPr lang="en-MX"/>
          </a:p>
        </p:txBody>
      </p:sp>
      <p:sp>
        <p:nvSpPr>
          <p:cNvPr id="6" name="Footer Placeholder 5">
            <a:extLst>
              <a:ext uri="{FF2B5EF4-FFF2-40B4-BE49-F238E27FC236}">
                <a16:creationId xmlns:a16="http://schemas.microsoft.com/office/drawing/2014/main" id="{D4A2DA78-3E39-3004-2DC2-EB4176BA2AD7}"/>
              </a:ext>
            </a:extLst>
          </p:cNvPr>
          <p:cNvSpPr>
            <a:spLocks noGrp="1"/>
          </p:cNvSpPr>
          <p:nvPr>
            <p:ph type="ftr" sz="quarter" idx="11"/>
          </p:nvPr>
        </p:nvSpPr>
        <p:spPr/>
        <p:txBody>
          <a:bodyPr/>
          <a:lstStyle/>
          <a:p>
            <a:endParaRPr lang="en-MX"/>
          </a:p>
        </p:txBody>
      </p:sp>
      <p:sp>
        <p:nvSpPr>
          <p:cNvPr id="7" name="Slide Number Placeholder 6">
            <a:extLst>
              <a:ext uri="{FF2B5EF4-FFF2-40B4-BE49-F238E27FC236}">
                <a16:creationId xmlns:a16="http://schemas.microsoft.com/office/drawing/2014/main" id="{3AE01341-24C4-3BE0-4D55-8916FD112C1B}"/>
              </a:ext>
            </a:extLst>
          </p:cNvPr>
          <p:cNvSpPr>
            <a:spLocks noGrp="1"/>
          </p:cNvSpPr>
          <p:nvPr>
            <p:ph type="sldNum" sz="quarter" idx="12"/>
          </p:nvPr>
        </p:nvSpPr>
        <p:spPr/>
        <p:txBody>
          <a:bodyPr/>
          <a:lstStyle/>
          <a:p>
            <a:fld id="{FBA41F78-EB39-864A-9109-9F5F1C672AD5}" type="slidenum">
              <a:rPr lang="en-MX" smtClean="0"/>
              <a:t>‹#›</a:t>
            </a:fld>
            <a:endParaRPr lang="en-MX"/>
          </a:p>
        </p:txBody>
      </p:sp>
    </p:spTree>
    <p:extLst>
      <p:ext uri="{BB962C8B-B14F-4D97-AF65-F5344CB8AC3E}">
        <p14:creationId xmlns:p14="http://schemas.microsoft.com/office/powerpoint/2010/main" val="24231026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A61B4-B73E-7682-CA65-32DA8D1601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X"/>
          </a:p>
        </p:txBody>
      </p:sp>
      <p:sp>
        <p:nvSpPr>
          <p:cNvPr id="3" name="Picture Placeholder 2">
            <a:extLst>
              <a:ext uri="{FF2B5EF4-FFF2-40B4-BE49-F238E27FC236}">
                <a16:creationId xmlns:a16="http://schemas.microsoft.com/office/drawing/2014/main" id="{B77F4379-9D46-62D2-471F-2D47D1A814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X"/>
          </a:p>
        </p:txBody>
      </p:sp>
      <p:sp>
        <p:nvSpPr>
          <p:cNvPr id="4" name="Text Placeholder 3">
            <a:extLst>
              <a:ext uri="{FF2B5EF4-FFF2-40B4-BE49-F238E27FC236}">
                <a16:creationId xmlns:a16="http://schemas.microsoft.com/office/drawing/2014/main" id="{8C7424EE-4FCF-BE70-D28A-22F8095C3A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482BFA-F391-9873-CFFF-32F6FA89C9CA}"/>
              </a:ext>
            </a:extLst>
          </p:cNvPr>
          <p:cNvSpPr>
            <a:spLocks noGrp="1"/>
          </p:cNvSpPr>
          <p:nvPr>
            <p:ph type="dt" sz="half" idx="10"/>
          </p:nvPr>
        </p:nvSpPr>
        <p:spPr/>
        <p:txBody>
          <a:bodyPr/>
          <a:lstStyle/>
          <a:p>
            <a:fld id="{D7D343DF-E1B7-9540-BFCB-E0B5E5A3FAB4}" type="datetimeFigureOut">
              <a:rPr lang="en-MX" smtClean="0"/>
              <a:t>24/06/26</a:t>
            </a:fld>
            <a:endParaRPr lang="en-MX"/>
          </a:p>
        </p:txBody>
      </p:sp>
      <p:sp>
        <p:nvSpPr>
          <p:cNvPr id="6" name="Footer Placeholder 5">
            <a:extLst>
              <a:ext uri="{FF2B5EF4-FFF2-40B4-BE49-F238E27FC236}">
                <a16:creationId xmlns:a16="http://schemas.microsoft.com/office/drawing/2014/main" id="{BF6459EF-D401-BEFA-22C1-195AF09F9628}"/>
              </a:ext>
            </a:extLst>
          </p:cNvPr>
          <p:cNvSpPr>
            <a:spLocks noGrp="1"/>
          </p:cNvSpPr>
          <p:nvPr>
            <p:ph type="ftr" sz="quarter" idx="11"/>
          </p:nvPr>
        </p:nvSpPr>
        <p:spPr/>
        <p:txBody>
          <a:bodyPr/>
          <a:lstStyle/>
          <a:p>
            <a:endParaRPr lang="en-MX"/>
          </a:p>
        </p:txBody>
      </p:sp>
      <p:sp>
        <p:nvSpPr>
          <p:cNvPr id="7" name="Slide Number Placeholder 6">
            <a:extLst>
              <a:ext uri="{FF2B5EF4-FFF2-40B4-BE49-F238E27FC236}">
                <a16:creationId xmlns:a16="http://schemas.microsoft.com/office/drawing/2014/main" id="{D6F61091-64A1-42E6-A330-C7D6C725B6A4}"/>
              </a:ext>
            </a:extLst>
          </p:cNvPr>
          <p:cNvSpPr>
            <a:spLocks noGrp="1"/>
          </p:cNvSpPr>
          <p:nvPr>
            <p:ph type="sldNum" sz="quarter" idx="12"/>
          </p:nvPr>
        </p:nvSpPr>
        <p:spPr/>
        <p:txBody>
          <a:bodyPr/>
          <a:lstStyle/>
          <a:p>
            <a:fld id="{FBA41F78-EB39-864A-9109-9F5F1C672AD5}" type="slidenum">
              <a:rPr lang="en-MX" smtClean="0"/>
              <a:t>‹#›</a:t>
            </a:fld>
            <a:endParaRPr lang="en-MX"/>
          </a:p>
        </p:txBody>
      </p:sp>
    </p:spTree>
    <p:extLst>
      <p:ext uri="{BB962C8B-B14F-4D97-AF65-F5344CB8AC3E}">
        <p14:creationId xmlns:p14="http://schemas.microsoft.com/office/powerpoint/2010/main" val="522227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483E4-1B70-3A65-CDAF-A28F00C03514}"/>
              </a:ext>
            </a:extLst>
          </p:cNvPr>
          <p:cNvSpPr>
            <a:spLocks noGrp="1"/>
          </p:cNvSpPr>
          <p:nvPr>
            <p:ph type="title"/>
          </p:nvPr>
        </p:nvSpPr>
        <p:spPr/>
        <p:txBody>
          <a:bodyPr/>
          <a:lstStyle/>
          <a:p>
            <a:r>
              <a:rPr lang="en-US"/>
              <a:t>Click to edit Master title style</a:t>
            </a:r>
            <a:endParaRPr lang="en-MX"/>
          </a:p>
        </p:txBody>
      </p:sp>
      <p:sp>
        <p:nvSpPr>
          <p:cNvPr id="3" name="Vertical Text Placeholder 2">
            <a:extLst>
              <a:ext uri="{FF2B5EF4-FFF2-40B4-BE49-F238E27FC236}">
                <a16:creationId xmlns:a16="http://schemas.microsoft.com/office/drawing/2014/main" id="{404D0F52-B5E5-8735-5AC9-6BAF5C31C8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Date Placeholder 3">
            <a:extLst>
              <a:ext uri="{FF2B5EF4-FFF2-40B4-BE49-F238E27FC236}">
                <a16:creationId xmlns:a16="http://schemas.microsoft.com/office/drawing/2014/main" id="{C8F9F3B3-25B4-A985-AF7A-8FF1AA39951C}"/>
              </a:ext>
            </a:extLst>
          </p:cNvPr>
          <p:cNvSpPr>
            <a:spLocks noGrp="1"/>
          </p:cNvSpPr>
          <p:nvPr>
            <p:ph type="dt" sz="half" idx="10"/>
          </p:nvPr>
        </p:nvSpPr>
        <p:spPr/>
        <p:txBody>
          <a:bodyPr/>
          <a:lstStyle/>
          <a:p>
            <a:fld id="{D7D343DF-E1B7-9540-BFCB-E0B5E5A3FAB4}" type="datetimeFigureOut">
              <a:rPr lang="en-MX" smtClean="0"/>
              <a:t>24/06/26</a:t>
            </a:fld>
            <a:endParaRPr lang="en-MX"/>
          </a:p>
        </p:txBody>
      </p:sp>
      <p:sp>
        <p:nvSpPr>
          <p:cNvPr id="5" name="Footer Placeholder 4">
            <a:extLst>
              <a:ext uri="{FF2B5EF4-FFF2-40B4-BE49-F238E27FC236}">
                <a16:creationId xmlns:a16="http://schemas.microsoft.com/office/drawing/2014/main" id="{1B15FFA5-4271-CC16-D963-BE0A71CA4146}"/>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114BE247-B474-EDD5-BFE3-7EA2239969FB}"/>
              </a:ext>
            </a:extLst>
          </p:cNvPr>
          <p:cNvSpPr>
            <a:spLocks noGrp="1"/>
          </p:cNvSpPr>
          <p:nvPr>
            <p:ph type="sldNum" sz="quarter" idx="12"/>
          </p:nvPr>
        </p:nvSpPr>
        <p:spPr/>
        <p:txBody>
          <a:bodyPr/>
          <a:lstStyle/>
          <a:p>
            <a:fld id="{FBA41F78-EB39-864A-9109-9F5F1C672AD5}" type="slidenum">
              <a:rPr lang="en-MX" smtClean="0"/>
              <a:t>‹#›</a:t>
            </a:fld>
            <a:endParaRPr lang="en-MX"/>
          </a:p>
        </p:txBody>
      </p:sp>
    </p:spTree>
    <p:extLst>
      <p:ext uri="{BB962C8B-B14F-4D97-AF65-F5344CB8AC3E}">
        <p14:creationId xmlns:p14="http://schemas.microsoft.com/office/powerpoint/2010/main" val="3890312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14B89B-742D-BAC7-388D-18DA92C8970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X"/>
          </a:p>
        </p:txBody>
      </p:sp>
      <p:sp>
        <p:nvSpPr>
          <p:cNvPr id="3" name="Vertical Text Placeholder 2">
            <a:extLst>
              <a:ext uri="{FF2B5EF4-FFF2-40B4-BE49-F238E27FC236}">
                <a16:creationId xmlns:a16="http://schemas.microsoft.com/office/drawing/2014/main" id="{F0B2FCC2-FE3D-C948-CAD7-058D8D5A2A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Date Placeholder 3">
            <a:extLst>
              <a:ext uri="{FF2B5EF4-FFF2-40B4-BE49-F238E27FC236}">
                <a16:creationId xmlns:a16="http://schemas.microsoft.com/office/drawing/2014/main" id="{79C2F3FE-1D9F-86E4-40C3-CAB55469CCFF}"/>
              </a:ext>
            </a:extLst>
          </p:cNvPr>
          <p:cNvSpPr>
            <a:spLocks noGrp="1"/>
          </p:cNvSpPr>
          <p:nvPr>
            <p:ph type="dt" sz="half" idx="10"/>
          </p:nvPr>
        </p:nvSpPr>
        <p:spPr/>
        <p:txBody>
          <a:bodyPr/>
          <a:lstStyle/>
          <a:p>
            <a:fld id="{D7D343DF-E1B7-9540-BFCB-E0B5E5A3FAB4}" type="datetimeFigureOut">
              <a:rPr lang="en-MX" smtClean="0"/>
              <a:t>24/06/26</a:t>
            </a:fld>
            <a:endParaRPr lang="en-MX"/>
          </a:p>
        </p:txBody>
      </p:sp>
      <p:sp>
        <p:nvSpPr>
          <p:cNvPr id="5" name="Footer Placeholder 4">
            <a:extLst>
              <a:ext uri="{FF2B5EF4-FFF2-40B4-BE49-F238E27FC236}">
                <a16:creationId xmlns:a16="http://schemas.microsoft.com/office/drawing/2014/main" id="{C3F5EE8E-24F4-6FE3-BAE7-D088CF46FEFA}"/>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8BFDB972-FDE2-7F7C-0282-D830B60D153B}"/>
              </a:ext>
            </a:extLst>
          </p:cNvPr>
          <p:cNvSpPr>
            <a:spLocks noGrp="1"/>
          </p:cNvSpPr>
          <p:nvPr>
            <p:ph type="sldNum" sz="quarter" idx="12"/>
          </p:nvPr>
        </p:nvSpPr>
        <p:spPr/>
        <p:txBody>
          <a:bodyPr/>
          <a:lstStyle/>
          <a:p>
            <a:fld id="{FBA41F78-EB39-864A-9109-9F5F1C672AD5}" type="slidenum">
              <a:rPr lang="en-MX" smtClean="0"/>
              <a:t>‹#›</a:t>
            </a:fld>
            <a:endParaRPr lang="en-MX"/>
          </a:p>
        </p:txBody>
      </p:sp>
    </p:spTree>
    <p:extLst>
      <p:ext uri="{BB962C8B-B14F-4D97-AF65-F5344CB8AC3E}">
        <p14:creationId xmlns:p14="http://schemas.microsoft.com/office/powerpoint/2010/main" val="3729230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BDBF96-77DA-FA23-4E37-377C55C60E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MX"/>
          </a:p>
        </p:txBody>
      </p:sp>
      <p:sp>
        <p:nvSpPr>
          <p:cNvPr id="3" name="Text Placeholder 2">
            <a:extLst>
              <a:ext uri="{FF2B5EF4-FFF2-40B4-BE49-F238E27FC236}">
                <a16:creationId xmlns:a16="http://schemas.microsoft.com/office/drawing/2014/main" id="{026AA98C-3B81-D431-9D1C-F8E2D1CBB9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Date Placeholder 3">
            <a:extLst>
              <a:ext uri="{FF2B5EF4-FFF2-40B4-BE49-F238E27FC236}">
                <a16:creationId xmlns:a16="http://schemas.microsoft.com/office/drawing/2014/main" id="{4045DDD7-977C-53FA-A76A-8EE610D311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7D343DF-E1B7-9540-BFCB-E0B5E5A3FAB4}" type="datetimeFigureOut">
              <a:rPr lang="en-MX" smtClean="0"/>
              <a:t>24/06/26</a:t>
            </a:fld>
            <a:endParaRPr lang="en-MX"/>
          </a:p>
        </p:txBody>
      </p:sp>
      <p:sp>
        <p:nvSpPr>
          <p:cNvPr id="5" name="Footer Placeholder 4">
            <a:extLst>
              <a:ext uri="{FF2B5EF4-FFF2-40B4-BE49-F238E27FC236}">
                <a16:creationId xmlns:a16="http://schemas.microsoft.com/office/drawing/2014/main" id="{58519EE5-0360-4950-8EA6-249BD01520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MX"/>
          </a:p>
        </p:txBody>
      </p:sp>
      <p:sp>
        <p:nvSpPr>
          <p:cNvPr id="6" name="Slide Number Placeholder 5">
            <a:extLst>
              <a:ext uri="{FF2B5EF4-FFF2-40B4-BE49-F238E27FC236}">
                <a16:creationId xmlns:a16="http://schemas.microsoft.com/office/drawing/2014/main" id="{E79DFD26-FA1C-080E-D2CC-EAF25EAF3DB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BA41F78-EB39-864A-9109-9F5F1C672AD5}" type="slidenum">
              <a:rPr lang="en-MX" smtClean="0"/>
              <a:t>‹#›</a:t>
            </a:fld>
            <a:endParaRPr lang="en-MX"/>
          </a:p>
        </p:txBody>
      </p:sp>
    </p:spTree>
    <p:extLst>
      <p:ext uri="{BB962C8B-B14F-4D97-AF65-F5344CB8AC3E}">
        <p14:creationId xmlns:p14="http://schemas.microsoft.com/office/powerpoint/2010/main" val="35130880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hyperlink" Target="https://arxiv.org/pdf/1904.04767" TargetMode="External"/><Relationship Id="rId3" Type="http://schemas.openxmlformats.org/officeDocument/2006/relationships/hyperlink" Target="https://arxiv.org/pdf/1801.04381" TargetMode="External"/><Relationship Id="rId7" Type="http://schemas.openxmlformats.org/officeDocument/2006/relationships/hyperlink" Target="https://arxiv.org/pdf/2108.00661"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youtu.be/C7kK5m7d10Q?si=92FTDbdhswd75-2z" TargetMode="External"/><Relationship Id="rId5" Type="http://schemas.openxmlformats.org/officeDocument/2006/relationships/hyperlink" Target="https://youtu.be/e2XrbWuaQNQ?si=iFyo2n-wnX5egwwB" TargetMode="External"/><Relationship Id="rId4" Type="http://schemas.openxmlformats.org/officeDocument/2006/relationships/hyperlink" Target="https://arxiv.org/pdf/1810.03787" TargetMode="External"/><Relationship Id="rId9" Type="http://schemas.openxmlformats.org/officeDocument/2006/relationships/hyperlink" Target="https://doi.org/10.1038/s41598-025-06035-4"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github.com/Leo11wasd/quantum_computing/tree/main/QCNN_presentacion"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93E91-EAAE-B485-1612-54CDB46D163C}"/>
              </a:ext>
            </a:extLst>
          </p:cNvPr>
          <p:cNvSpPr>
            <a:spLocks noGrp="1"/>
          </p:cNvSpPr>
          <p:nvPr>
            <p:ph type="ctrTitle"/>
          </p:nvPr>
        </p:nvSpPr>
        <p:spPr/>
        <p:txBody>
          <a:bodyPr>
            <a:normAutofit fontScale="90000"/>
          </a:bodyPr>
          <a:lstStyle/>
          <a:p>
            <a:r>
              <a:rPr lang="en-MX" dirty="0"/>
              <a:t>Quantum computing for image recognition via convolutional neural networks </a:t>
            </a:r>
          </a:p>
        </p:txBody>
      </p:sp>
      <p:sp>
        <p:nvSpPr>
          <p:cNvPr id="3" name="Subtitle 2">
            <a:extLst>
              <a:ext uri="{FF2B5EF4-FFF2-40B4-BE49-F238E27FC236}">
                <a16:creationId xmlns:a16="http://schemas.microsoft.com/office/drawing/2014/main" id="{1361E853-E318-D8FF-49B9-75CBD34F7F59}"/>
              </a:ext>
            </a:extLst>
          </p:cNvPr>
          <p:cNvSpPr>
            <a:spLocks noGrp="1"/>
          </p:cNvSpPr>
          <p:nvPr>
            <p:ph type="subTitle" idx="1"/>
          </p:nvPr>
        </p:nvSpPr>
        <p:spPr/>
        <p:txBody>
          <a:bodyPr/>
          <a:lstStyle/>
          <a:p>
            <a:r>
              <a:rPr lang="en-MX" dirty="0"/>
              <a:t>Leopoldo Morante Castillo</a:t>
            </a:r>
          </a:p>
        </p:txBody>
      </p:sp>
    </p:spTree>
    <p:extLst>
      <p:ext uri="{BB962C8B-B14F-4D97-AF65-F5344CB8AC3E}">
        <p14:creationId xmlns:p14="http://schemas.microsoft.com/office/powerpoint/2010/main" val="15747852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31255-FC75-E9AC-692A-D174C7BBE8A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F3D9814-7A6F-424A-62B7-C57AE8723F52}"/>
              </a:ext>
            </a:extLst>
          </p:cNvPr>
          <p:cNvSpPr/>
          <p:nvPr/>
        </p:nvSpPr>
        <p:spPr>
          <a:xfrm>
            <a:off x="-162045" y="-104172"/>
            <a:ext cx="12570106" cy="17948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 name="Title 1">
            <a:extLst>
              <a:ext uri="{FF2B5EF4-FFF2-40B4-BE49-F238E27FC236}">
                <a16:creationId xmlns:a16="http://schemas.microsoft.com/office/drawing/2014/main" id="{A42BAB74-39AF-71C2-9012-7D0DEEC842D4}"/>
              </a:ext>
            </a:extLst>
          </p:cNvPr>
          <p:cNvSpPr>
            <a:spLocks noGrp="1"/>
          </p:cNvSpPr>
          <p:nvPr>
            <p:ph type="title"/>
          </p:nvPr>
        </p:nvSpPr>
        <p:spPr/>
        <p:txBody>
          <a:bodyPr/>
          <a:lstStyle/>
          <a:p>
            <a:r>
              <a:rPr lang="en-MX" dirty="0">
                <a:solidFill>
                  <a:schemeClr val="bg1"/>
                </a:solidFill>
              </a:rPr>
              <a:t>Outline</a:t>
            </a:r>
          </a:p>
        </p:txBody>
      </p:sp>
      <p:sp>
        <p:nvSpPr>
          <p:cNvPr id="3" name="Content Placeholder 2">
            <a:extLst>
              <a:ext uri="{FF2B5EF4-FFF2-40B4-BE49-F238E27FC236}">
                <a16:creationId xmlns:a16="http://schemas.microsoft.com/office/drawing/2014/main" id="{0217C7F6-D605-B63A-0A71-F8F449DA8E53}"/>
              </a:ext>
            </a:extLst>
          </p:cNvPr>
          <p:cNvSpPr>
            <a:spLocks noGrp="1"/>
          </p:cNvSpPr>
          <p:nvPr>
            <p:ph idx="1"/>
          </p:nvPr>
        </p:nvSpPr>
        <p:spPr/>
        <p:txBody>
          <a:bodyPr>
            <a:normAutofit/>
          </a:bodyPr>
          <a:lstStyle/>
          <a:p>
            <a:r>
              <a:rPr lang="en-US" dirty="0"/>
              <a:t>Classical CNNs</a:t>
            </a:r>
          </a:p>
          <a:p>
            <a:r>
              <a:rPr lang="en-MX" dirty="0"/>
              <a:t>Quantum Convolutional Neural Networks</a:t>
            </a:r>
          </a:p>
          <a:p>
            <a:r>
              <a:rPr lang="en-MX" dirty="0"/>
              <a:t>Quantum-enhanced CNNs: Quanvolutional Neural Networks</a:t>
            </a:r>
          </a:p>
          <a:p>
            <a:r>
              <a:rPr lang="en-MX" dirty="0"/>
              <a:t>Residual Quanvolutional Neural Networks</a:t>
            </a:r>
          </a:p>
        </p:txBody>
      </p:sp>
    </p:spTree>
    <p:extLst>
      <p:ext uri="{BB962C8B-B14F-4D97-AF65-F5344CB8AC3E}">
        <p14:creationId xmlns:p14="http://schemas.microsoft.com/office/powerpoint/2010/main" val="37385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1BEF2-302C-E73C-D6A6-15019F02AD0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F9191F2-5723-D4F2-2B4B-B4C08369599C}"/>
              </a:ext>
            </a:extLst>
          </p:cNvPr>
          <p:cNvSpPr/>
          <p:nvPr/>
        </p:nvSpPr>
        <p:spPr>
          <a:xfrm>
            <a:off x="-162045" y="-104172"/>
            <a:ext cx="12570106" cy="17948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 name="Title 1">
            <a:extLst>
              <a:ext uri="{FF2B5EF4-FFF2-40B4-BE49-F238E27FC236}">
                <a16:creationId xmlns:a16="http://schemas.microsoft.com/office/drawing/2014/main" id="{C3BD917D-190F-E0D8-7D98-BF50EFF981D4}"/>
              </a:ext>
            </a:extLst>
          </p:cNvPr>
          <p:cNvSpPr>
            <a:spLocks noGrp="1"/>
          </p:cNvSpPr>
          <p:nvPr>
            <p:ph type="title"/>
          </p:nvPr>
        </p:nvSpPr>
        <p:spPr/>
        <p:txBody>
          <a:bodyPr/>
          <a:lstStyle/>
          <a:p>
            <a:r>
              <a:rPr lang="en-MX" dirty="0">
                <a:solidFill>
                  <a:schemeClr val="bg1"/>
                </a:solidFill>
              </a:rPr>
              <a:t>CNNs are neural networks designed to work with images.</a:t>
            </a:r>
          </a:p>
        </p:txBody>
      </p:sp>
      <p:pic>
        <p:nvPicPr>
          <p:cNvPr id="5" name="Content Placeholder 4" descr="n the classic neuroscience experiment, Hubel and Wiesel discovered a... |  Download Scientific Diagram">
            <a:extLst>
              <a:ext uri="{FF2B5EF4-FFF2-40B4-BE49-F238E27FC236}">
                <a16:creationId xmlns:a16="http://schemas.microsoft.com/office/drawing/2014/main" id="{51CD5B67-D7C5-677F-35C5-DBD1668A5888}"/>
              </a:ext>
            </a:extLst>
          </p:cNvPr>
          <p:cNvPicPr>
            <a:picLocks noGrp="1" noChangeAspect="1"/>
          </p:cNvPicPr>
          <p:nvPr>
            <p:ph idx="1"/>
          </p:nvPr>
        </p:nvPicPr>
        <p:blipFill>
          <a:blip r:embed="rId2"/>
          <a:stretch>
            <a:fillRect/>
          </a:stretch>
        </p:blipFill>
        <p:spPr>
          <a:xfrm>
            <a:off x="6333051" y="2355935"/>
            <a:ext cx="5020749" cy="3325641"/>
          </a:xfrm>
          <a:prstGeom prst="rect">
            <a:avLst/>
          </a:prstGeom>
        </p:spPr>
      </p:pic>
      <p:sp>
        <p:nvSpPr>
          <p:cNvPr id="6" name="TextBox 5">
            <a:extLst>
              <a:ext uri="{FF2B5EF4-FFF2-40B4-BE49-F238E27FC236}">
                <a16:creationId xmlns:a16="http://schemas.microsoft.com/office/drawing/2014/main" id="{53DC3EB5-DF9F-69E8-C7F4-3D0D78C47FFB}"/>
              </a:ext>
            </a:extLst>
          </p:cNvPr>
          <p:cNvSpPr txBox="1"/>
          <p:nvPr/>
        </p:nvSpPr>
        <p:spPr>
          <a:xfrm>
            <a:off x="474562" y="2280213"/>
            <a:ext cx="5384388" cy="3416320"/>
          </a:xfrm>
          <a:prstGeom prst="rect">
            <a:avLst/>
          </a:prstGeom>
          <a:noFill/>
        </p:spPr>
        <p:txBody>
          <a:bodyPr wrap="square" rtlCol="0">
            <a:spAutoFit/>
          </a:bodyPr>
          <a:lstStyle/>
          <a:p>
            <a:pPr marL="285750" indent="-285750">
              <a:buFont typeface="Arial" panose="020B0604020202020204" pitchFamily="34" charset="0"/>
              <a:buChar char="•"/>
            </a:pPr>
            <a:r>
              <a:rPr lang="en-MX" dirty="0"/>
              <a:t>The CNN architecture is inspired by biology</a:t>
            </a:r>
          </a:p>
          <a:p>
            <a:pPr marL="742950" lvl="1" indent="-285750">
              <a:buFont typeface="Arial" panose="020B0604020202020204" pitchFamily="34" charset="0"/>
              <a:buChar char="•"/>
            </a:pPr>
            <a:r>
              <a:rPr lang="en-MX" dirty="0"/>
              <a:t>Hubel and Wiesel</a:t>
            </a:r>
          </a:p>
          <a:p>
            <a:pPr marL="1200150" lvl="2" indent="-285750">
              <a:buFont typeface="Arial" panose="020B0604020202020204" pitchFamily="34" charset="0"/>
              <a:buChar char="•"/>
            </a:pPr>
            <a:r>
              <a:rPr lang="en-MX" dirty="0"/>
              <a:t>Nobel prize winners for discoveries in how the visual system processes information.</a:t>
            </a:r>
          </a:p>
          <a:p>
            <a:pPr marL="742950" lvl="1" indent="-285750">
              <a:buFont typeface="Arial" panose="020B0604020202020204" pitchFamily="34" charset="0"/>
              <a:buChar char="•"/>
            </a:pPr>
            <a:r>
              <a:rPr lang="en-MX" dirty="0"/>
              <a:t>Kunihiko Fukushima</a:t>
            </a:r>
          </a:p>
          <a:p>
            <a:pPr marL="1200150" lvl="2" indent="-285750">
              <a:buFont typeface="Arial" panose="020B0604020202020204" pitchFamily="34" charset="0"/>
              <a:buChar char="•"/>
            </a:pPr>
            <a:r>
              <a:rPr lang="en-MX" dirty="0"/>
              <a:t>Neocognitron was one of the first neural network architectures to introduce these ideas to solve pattern recognition tasks.</a:t>
            </a:r>
          </a:p>
          <a:p>
            <a:pPr marL="742950" lvl="1" indent="-285750">
              <a:buFont typeface="Arial" panose="020B0604020202020204" pitchFamily="34" charset="0"/>
              <a:buChar char="•"/>
            </a:pPr>
            <a:r>
              <a:rPr lang="en-MX" dirty="0"/>
              <a:t>Yan LeCun</a:t>
            </a:r>
          </a:p>
          <a:p>
            <a:pPr marL="1200150" lvl="2" indent="-285750">
              <a:buFont typeface="Arial" panose="020B0604020202020204" pitchFamily="34" charset="0"/>
              <a:buChar char="•"/>
            </a:pPr>
            <a:r>
              <a:rPr lang="en-MX" dirty="0"/>
              <a:t>CNN architecture and training process as we know it today.</a:t>
            </a:r>
          </a:p>
        </p:txBody>
      </p:sp>
    </p:spTree>
    <p:extLst>
      <p:ext uri="{BB962C8B-B14F-4D97-AF65-F5344CB8AC3E}">
        <p14:creationId xmlns:p14="http://schemas.microsoft.com/office/powerpoint/2010/main" val="1263896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7BAFA-3569-2035-B24B-75A5240C3B4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5F8D67A-8769-3FD9-CB20-D15C8761EF6C}"/>
              </a:ext>
            </a:extLst>
          </p:cNvPr>
          <p:cNvSpPr/>
          <p:nvPr/>
        </p:nvSpPr>
        <p:spPr>
          <a:xfrm>
            <a:off x="-162045" y="-104172"/>
            <a:ext cx="12570106" cy="17948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 name="Title 1">
            <a:extLst>
              <a:ext uri="{FF2B5EF4-FFF2-40B4-BE49-F238E27FC236}">
                <a16:creationId xmlns:a16="http://schemas.microsoft.com/office/drawing/2014/main" id="{F278174D-D5A3-EBD4-3A67-8AA5557F2555}"/>
              </a:ext>
            </a:extLst>
          </p:cNvPr>
          <p:cNvSpPr>
            <a:spLocks noGrp="1"/>
          </p:cNvSpPr>
          <p:nvPr>
            <p:ph type="title"/>
          </p:nvPr>
        </p:nvSpPr>
        <p:spPr/>
        <p:txBody>
          <a:bodyPr/>
          <a:lstStyle/>
          <a:p>
            <a:r>
              <a:rPr lang="en-MX" dirty="0">
                <a:solidFill>
                  <a:schemeClr val="bg1"/>
                </a:solidFill>
              </a:rPr>
              <a:t>The CNN architecture</a:t>
            </a:r>
          </a:p>
        </p:txBody>
      </p:sp>
      <p:sp>
        <p:nvSpPr>
          <p:cNvPr id="3" name="Content Placeholder 2">
            <a:extLst>
              <a:ext uri="{FF2B5EF4-FFF2-40B4-BE49-F238E27FC236}">
                <a16:creationId xmlns:a16="http://schemas.microsoft.com/office/drawing/2014/main" id="{15DA3E46-EE20-30A0-07DE-4D931FEC929D}"/>
              </a:ext>
            </a:extLst>
          </p:cNvPr>
          <p:cNvSpPr>
            <a:spLocks noGrp="1"/>
          </p:cNvSpPr>
          <p:nvPr>
            <p:ph idx="1"/>
          </p:nvPr>
        </p:nvSpPr>
        <p:spPr>
          <a:xfrm>
            <a:off x="838200" y="1922177"/>
            <a:ext cx="3581400" cy="4254786"/>
          </a:xfrm>
        </p:spPr>
        <p:txBody>
          <a:bodyPr>
            <a:normAutofit/>
          </a:bodyPr>
          <a:lstStyle/>
          <a:p>
            <a:r>
              <a:rPr lang="en-MX" sz="1800" dirty="0"/>
              <a:t>Feature extraction stage</a:t>
            </a:r>
          </a:p>
          <a:p>
            <a:pPr lvl="1"/>
            <a:r>
              <a:rPr lang="en-MX" sz="1800" dirty="0"/>
              <a:t>The image goes through convolution layers and pooling layers.</a:t>
            </a:r>
          </a:p>
          <a:p>
            <a:pPr lvl="1"/>
            <a:r>
              <a:rPr lang="en-MX" sz="1800" dirty="0"/>
              <a:t>Its purpose is to extract important features from the input image, so the classification stage can use it.</a:t>
            </a:r>
          </a:p>
          <a:p>
            <a:r>
              <a:rPr lang="en-MX" sz="1800" dirty="0"/>
              <a:t>Classification stage</a:t>
            </a:r>
          </a:p>
          <a:p>
            <a:pPr lvl="1"/>
            <a:r>
              <a:rPr lang="en-MX" sz="1800" dirty="0"/>
              <a:t>Flattens the features found into a vector and then uses a fully connected layer to do the classification.</a:t>
            </a:r>
          </a:p>
        </p:txBody>
      </p:sp>
      <p:pic>
        <p:nvPicPr>
          <p:cNvPr id="5" name="Picture 4" descr="Convolutional Neural Networks (CNN) — Architecture Explained | by Dharmaraj  | Medium">
            <a:extLst>
              <a:ext uri="{FF2B5EF4-FFF2-40B4-BE49-F238E27FC236}">
                <a16:creationId xmlns:a16="http://schemas.microsoft.com/office/drawing/2014/main" id="{5A9C9E1F-64A6-0EAA-C6F4-2691F1481D51}"/>
              </a:ext>
            </a:extLst>
          </p:cNvPr>
          <p:cNvPicPr>
            <a:picLocks noChangeAspect="1"/>
          </p:cNvPicPr>
          <p:nvPr/>
        </p:nvPicPr>
        <p:blipFill>
          <a:blip r:embed="rId2"/>
          <a:stretch>
            <a:fillRect/>
          </a:stretch>
        </p:blipFill>
        <p:spPr>
          <a:xfrm>
            <a:off x="4789990" y="2166833"/>
            <a:ext cx="7038269" cy="3765474"/>
          </a:xfrm>
          <a:prstGeom prst="rect">
            <a:avLst/>
          </a:prstGeom>
        </p:spPr>
      </p:pic>
    </p:spTree>
    <p:extLst>
      <p:ext uri="{BB962C8B-B14F-4D97-AF65-F5344CB8AC3E}">
        <p14:creationId xmlns:p14="http://schemas.microsoft.com/office/powerpoint/2010/main" val="522186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C7773-4C63-979B-E4B9-FE8739C02F2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B1B2FE8-9D52-FA6F-48FA-4C0991CE8A5D}"/>
              </a:ext>
            </a:extLst>
          </p:cNvPr>
          <p:cNvSpPr/>
          <p:nvPr/>
        </p:nvSpPr>
        <p:spPr>
          <a:xfrm>
            <a:off x="-162045" y="-104172"/>
            <a:ext cx="12570106" cy="17948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 name="Title 1">
            <a:extLst>
              <a:ext uri="{FF2B5EF4-FFF2-40B4-BE49-F238E27FC236}">
                <a16:creationId xmlns:a16="http://schemas.microsoft.com/office/drawing/2014/main" id="{DF04F6C3-CAB0-7E47-C676-F12E44EF0426}"/>
              </a:ext>
            </a:extLst>
          </p:cNvPr>
          <p:cNvSpPr>
            <a:spLocks noGrp="1"/>
          </p:cNvSpPr>
          <p:nvPr>
            <p:ph type="title"/>
          </p:nvPr>
        </p:nvSpPr>
        <p:spPr/>
        <p:txBody>
          <a:bodyPr/>
          <a:lstStyle/>
          <a:p>
            <a:r>
              <a:rPr lang="en-MX" dirty="0">
                <a:solidFill>
                  <a:schemeClr val="bg1"/>
                </a:solidFill>
              </a:rPr>
              <a:t>The convolutional layer</a:t>
            </a:r>
          </a:p>
        </p:txBody>
      </p:sp>
      <p:sp>
        <p:nvSpPr>
          <p:cNvPr id="3" name="Content Placeholder 2">
            <a:extLst>
              <a:ext uri="{FF2B5EF4-FFF2-40B4-BE49-F238E27FC236}">
                <a16:creationId xmlns:a16="http://schemas.microsoft.com/office/drawing/2014/main" id="{4A73C896-A011-EC85-460C-7FD9CD944378}"/>
              </a:ext>
            </a:extLst>
          </p:cNvPr>
          <p:cNvSpPr>
            <a:spLocks noGrp="1"/>
          </p:cNvSpPr>
          <p:nvPr>
            <p:ph idx="1"/>
          </p:nvPr>
        </p:nvSpPr>
        <p:spPr>
          <a:xfrm>
            <a:off x="838200" y="1922177"/>
            <a:ext cx="3581400" cy="4254786"/>
          </a:xfrm>
        </p:spPr>
        <p:txBody>
          <a:bodyPr>
            <a:normAutofit/>
          </a:bodyPr>
          <a:lstStyle/>
          <a:p>
            <a:r>
              <a:rPr lang="en-MX" sz="1800" dirty="0"/>
              <a:t>Its role is to extract spatial patterns / features.</a:t>
            </a:r>
          </a:p>
          <a:p>
            <a:r>
              <a:rPr lang="en-MX" sz="1800" dirty="0"/>
              <a:t>It’s composed of several filters which are learnable matrices.</a:t>
            </a:r>
          </a:p>
          <a:p>
            <a:pPr lvl="1"/>
            <a:r>
              <a:rPr lang="en-MX" sz="1400" dirty="0"/>
              <a:t>They are used to compute the convolution: an element-wise product between the elements of the filter and a block of data which is then summed up.</a:t>
            </a:r>
          </a:p>
          <a:p>
            <a:r>
              <a:rPr lang="en-MX" sz="1800" dirty="0"/>
              <a:t>The output of a convolutional layer is called a feature map. It reflects how well and where within the image the filter detected some pattern.</a:t>
            </a:r>
          </a:p>
          <a:p>
            <a:r>
              <a:rPr lang="en-MX" sz="1800" dirty="0"/>
              <a:t>It’s usually followed by an activation function like ReLU.</a:t>
            </a:r>
          </a:p>
          <a:p>
            <a:endParaRPr lang="en-MX" sz="1800" dirty="0"/>
          </a:p>
          <a:p>
            <a:endParaRPr lang="en-MX" sz="1800" dirty="0"/>
          </a:p>
        </p:txBody>
      </p:sp>
      <p:pic>
        <p:nvPicPr>
          <p:cNvPr id="9" name="Picture 8">
            <a:extLst>
              <a:ext uri="{FF2B5EF4-FFF2-40B4-BE49-F238E27FC236}">
                <a16:creationId xmlns:a16="http://schemas.microsoft.com/office/drawing/2014/main" id="{AEA41FD0-E994-BB37-E249-8B20E2682504}"/>
              </a:ext>
            </a:extLst>
          </p:cNvPr>
          <p:cNvPicPr>
            <a:picLocks noChangeAspect="1"/>
          </p:cNvPicPr>
          <p:nvPr/>
        </p:nvPicPr>
        <p:blipFill>
          <a:blip r:embed="rId2"/>
          <a:stretch>
            <a:fillRect/>
          </a:stretch>
        </p:blipFill>
        <p:spPr>
          <a:xfrm>
            <a:off x="4646949" y="2679843"/>
            <a:ext cx="7305207" cy="2739453"/>
          </a:xfrm>
          <a:prstGeom prst="rect">
            <a:avLst/>
          </a:prstGeom>
        </p:spPr>
      </p:pic>
    </p:spTree>
    <p:extLst>
      <p:ext uri="{BB962C8B-B14F-4D97-AF65-F5344CB8AC3E}">
        <p14:creationId xmlns:p14="http://schemas.microsoft.com/office/powerpoint/2010/main" val="3302132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39644-471B-98B3-53D1-F8A87BB5F8B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60CA46B-76A3-7A4D-643E-99AE2F740C99}"/>
              </a:ext>
            </a:extLst>
          </p:cNvPr>
          <p:cNvSpPr/>
          <p:nvPr/>
        </p:nvSpPr>
        <p:spPr>
          <a:xfrm>
            <a:off x="-162045" y="-104172"/>
            <a:ext cx="12570106" cy="17948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 name="Title 1">
            <a:extLst>
              <a:ext uri="{FF2B5EF4-FFF2-40B4-BE49-F238E27FC236}">
                <a16:creationId xmlns:a16="http://schemas.microsoft.com/office/drawing/2014/main" id="{D6995EA4-D52A-CA57-D7CA-C251E901100B}"/>
              </a:ext>
            </a:extLst>
          </p:cNvPr>
          <p:cNvSpPr>
            <a:spLocks noGrp="1"/>
          </p:cNvSpPr>
          <p:nvPr>
            <p:ph type="title"/>
          </p:nvPr>
        </p:nvSpPr>
        <p:spPr/>
        <p:txBody>
          <a:bodyPr/>
          <a:lstStyle/>
          <a:p>
            <a:r>
              <a:rPr lang="en-MX" dirty="0">
                <a:solidFill>
                  <a:schemeClr val="bg1"/>
                </a:solidFill>
              </a:rPr>
              <a:t>The pooling layer</a:t>
            </a:r>
          </a:p>
        </p:txBody>
      </p:sp>
      <p:sp>
        <p:nvSpPr>
          <p:cNvPr id="3" name="Content Placeholder 2">
            <a:extLst>
              <a:ext uri="{FF2B5EF4-FFF2-40B4-BE49-F238E27FC236}">
                <a16:creationId xmlns:a16="http://schemas.microsoft.com/office/drawing/2014/main" id="{3DAE92F3-2BAA-448D-CCF8-9F43C805F036}"/>
              </a:ext>
            </a:extLst>
          </p:cNvPr>
          <p:cNvSpPr>
            <a:spLocks noGrp="1"/>
          </p:cNvSpPr>
          <p:nvPr>
            <p:ph idx="1"/>
          </p:nvPr>
        </p:nvSpPr>
        <p:spPr>
          <a:xfrm>
            <a:off x="838200" y="1922177"/>
            <a:ext cx="3581400" cy="4254786"/>
          </a:xfrm>
        </p:spPr>
        <p:txBody>
          <a:bodyPr>
            <a:normAutofit/>
          </a:bodyPr>
          <a:lstStyle/>
          <a:p>
            <a:r>
              <a:rPr lang="en-MX" sz="1800" dirty="0"/>
              <a:t>Its role is to reduce the number of features</a:t>
            </a:r>
            <a:endParaRPr lang="en-MX" sz="1400" dirty="0"/>
          </a:p>
          <a:p>
            <a:r>
              <a:rPr lang="en-MX" sz="1800" dirty="0"/>
              <a:t>Helps to reduce computational cost, memory cost and to avoid overfitting.</a:t>
            </a:r>
          </a:p>
          <a:p>
            <a:r>
              <a:rPr lang="en-MX" sz="1800" dirty="0"/>
              <a:t>There are different types, but the most common ones are max pooling and average pooling.</a:t>
            </a:r>
          </a:p>
        </p:txBody>
      </p:sp>
      <p:pic>
        <p:nvPicPr>
          <p:cNvPr id="5" name="Picture 4">
            <a:extLst>
              <a:ext uri="{FF2B5EF4-FFF2-40B4-BE49-F238E27FC236}">
                <a16:creationId xmlns:a16="http://schemas.microsoft.com/office/drawing/2014/main" id="{F785EEA6-C93D-803A-07F5-5EF4FD7BD848}"/>
              </a:ext>
            </a:extLst>
          </p:cNvPr>
          <p:cNvPicPr>
            <a:picLocks noChangeAspect="1"/>
          </p:cNvPicPr>
          <p:nvPr/>
        </p:nvPicPr>
        <p:blipFill>
          <a:blip r:embed="rId2"/>
          <a:stretch>
            <a:fillRect/>
          </a:stretch>
        </p:blipFill>
        <p:spPr>
          <a:xfrm>
            <a:off x="4419600" y="2583456"/>
            <a:ext cx="7772400" cy="2354386"/>
          </a:xfrm>
          <a:prstGeom prst="rect">
            <a:avLst/>
          </a:prstGeom>
        </p:spPr>
      </p:pic>
    </p:spTree>
    <p:extLst>
      <p:ext uri="{BB962C8B-B14F-4D97-AF65-F5344CB8AC3E}">
        <p14:creationId xmlns:p14="http://schemas.microsoft.com/office/powerpoint/2010/main" val="2851782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B92DC-5547-E18A-A413-376B18EF72C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56DB251-1E5F-F16C-B845-EBB545ACD81C}"/>
              </a:ext>
            </a:extLst>
          </p:cNvPr>
          <p:cNvSpPr/>
          <p:nvPr/>
        </p:nvSpPr>
        <p:spPr>
          <a:xfrm>
            <a:off x="-162045" y="-104172"/>
            <a:ext cx="12570106" cy="17948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 name="Title 1">
            <a:extLst>
              <a:ext uri="{FF2B5EF4-FFF2-40B4-BE49-F238E27FC236}">
                <a16:creationId xmlns:a16="http://schemas.microsoft.com/office/drawing/2014/main" id="{33B4FF70-D8C5-E0C7-7A37-E24AF41C7202}"/>
              </a:ext>
            </a:extLst>
          </p:cNvPr>
          <p:cNvSpPr>
            <a:spLocks noGrp="1"/>
          </p:cNvSpPr>
          <p:nvPr>
            <p:ph type="title"/>
          </p:nvPr>
        </p:nvSpPr>
        <p:spPr/>
        <p:txBody>
          <a:bodyPr/>
          <a:lstStyle/>
          <a:p>
            <a:r>
              <a:rPr lang="en-MX" dirty="0">
                <a:solidFill>
                  <a:schemeClr val="bg1"/>
                </a:solidFill>
              </a:rPr>
              <a:t>Two paradigms to mix quantum computation and image classification</a:t>
            </a:r>
          </a:p>
        </p:txBody>
      </p:sp>
      <p:sp>
        <p:nvSpPr>
          <p:cNvPr id="3" name="Content Placeholder 2">
            <a:extLst>
              <a:ext uri="{FF2B5EF4-FFF2-40B4-BE49-F238E27FC236}">
                <a16:creationId xmlns:a16="http://schemas.microsoft.com/office/drawing/2014/main" id="{099145A6-5750-C6B2-CAE1-C173FB6130F1}"/>
              </a:ext>
            </a:extLst>
          </p:cNvPr>
          <p:cNvSpPr>
            <a:spLocks noGrp="1"/>
          </p:cNvSpPr>
          <p:nvPr>
            <p:ph idx="1"/>
          </p:nvPr>
        </p:nvSpPr>
        <p:spPr>
          <a:xfrm>
            <a:off x="6895268" y="1915613"/>
            <a:ext cx="4239127" cy="869149"/>
          </a:xfrm>
        </p:spPr>
        <p:txBody>
          <a:bodyPr>
            <a:noAutofit/>
          </a:bodyPr>
          <a:lstStyle/>
          <a:p>
            <a:pPr marL="0" indent="0">
              <a:buNone/>
            </a:pPr>
            <a:r>
              <a:rPr lang="en-MX" sz="3200" dirty="0"/>
              <a:t>Quanvolutional Neural Networks</a:t>
            </a:r>
          </a:p>
        </p:txBody>
      </p:sp>
      <p:pic>
        <p:nvPicPr>
          <p:cNvPr id="8" name="Picture 7">
            <a:extLst>
              <a:ext uri="{FF2B5EF4-FFF2-40B4-BE49-F238E27FC236}">
                <a16:creationId xmlns:a16="http://schemas.microsoft.com/office/drawing/2014/main" id="{56418FD1-4EA6-D7A3-38A3-56C3C553A53F}"/>
              </a:ext>
            </a:extLst>
          </p:cNvPr>
          <p:cNvPicPr>
            <a:picLocks noChangeAspect="1"/>
          </p:cNvPicPr>
          <p:nvPr/>
        </p:nvPicPr>
        <p:blipFill>
          <a:blip r:embed="rId2"/>
          <a:stretch>
            <a:fillRect/>
          </a:stretch>
        </p:blipFill>
        <p:spPr>
          <a:xfrm>
            <a:off x="6181786" y="3016251"/>
            <a:ext cx="5666089" cy="3470060"/>
          </a:xfrm>
          <a:prstGeom prst="rect">
            <a:avLst/>
          </a:prstGeom>
        </p:spPr>
      </p:pic>
      <p:cxnSp>
        <p:nvCxnSpPr>
          <p:cNvPr id="11" name="Straight Connector 10">
            <a:extLst>
              <a:ext uri="{FF2B5EF4-FFF2-40B4-BE49-F238E27FC236}">
                <a16:creationId xmlns:a16="http://schemas.microsoft.com/office/drawing/2014/main" id="{2720D64E-FA15-AE83-FD5A-C7E317A3091F}"/>
              </a:ext>
            </a:extLst>
          </p:cNvPr>
          <p:cNvCxnSpPr>
            <a:cxnSpLocks/>
            <a:stCxn id="4" idx="2"/>
          </p:cNvCxnSpPr>
          <p:nvPr/>
        </p:nvCxnSpPr>
        <p:spPr>
          <a:xfrm>
            <a:off x="6123008" y="1690688"/>
            <a:ext cx="58778" cy="5167312"/>
          </a:xfrm>
          <a:prstGeom prst="line">
            <a:avLst/>
          </a:prstGeom>
        </p:spPr>
        <p:style>
          <a:lnRef idx="2">
            <a:schemeClr val="accent1"/>
          </a:lnRef>
          <a:fillRef idx="0">
            <a:schemeClr val="accent1"/>
          </a:fillRef>
          <a:effectRef idx="1">
            <a:schemeClr val="accent1"/>
          </a:effectRef>
          <a:fontRef idx="minor">
            <a:schemeClr val="tx1"/>
          </a:fontRef>
        </p:style>
      </p:cxnSp>
      <p:sp>
        <p:nvSpPr>
          <p:cNvPr id="17" name="Content Placeholder 2">
            <a:extLst>
              <a:ext uri="{FF2B5EF4-FFF2-40B4-BE49-F238E27FC236}">
                <a16:creationId xmlns:a16="http://schemas.microsoft.com/office/drawing/2014/main" id="{495A5000-D3A6-BD0B-FFEF-3D331D505430}"/>
              </a:ext>
            </a:extLst>
          </p:cNvPr>
          <p:cNvSpPr txBox="1">
            <a:spLocks/>
          </p:cNvSpPr>
          <p:nvPr/>
        </p:nvSpPr>
        <p:spPr>
          <a:xfrm>
            <a:off x="739208" y="2159985"/>
            <a:ext cx="4471737" cy="86914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MX" sz="3200" dirty="0"/>
              <a:t>Quantum Convolutional Neural Networks</a:t>
            </a:r>
          </a:p>
        </p:txBody>
      </p:sp>
      <p:pic>
        <p:nvPicPr>
          <p:cNvPr id="18" name="Picture 17">
            <a:extLst>
              <a:ext uri="{FF2B5EF4-FFF2-40B4-BE49-F238E27FC236}">
                <a16:creationId xmlns:a16="http://schemas.microsoft.com/office/drawing/2014/main" id="{0AB37A2B-F683-6C6E-1007-4AC877776C75}"/>
              </a:ext>
            </a:extLst>
          </p:cNvPr>
          <p:cNvPicPr>
            <a:picLocks noChangeAspect="1"/>
          </p:cNvPicPr>
          <p:nvPr/>
        </p:nvPicPr>
        <p:blipFill>
          <a:blip r:embed="rId3"/>
          <a:stretch>
            <a:fillRect/>
          </a:stretch>
        </p:blipFill>
        <p:spPr>
          <a:xfrm>
            <a:off x="456919" y="3672771"/>
            <a:ext cx="5036314" cy="2095453"/>
          </a:xfrm>
          <a:prstGeom prst="rect">
            <a:avLst/>
          </a:prstGeom>
        </p:spPr>
      </p:pic>
    </p:spTree>
    <p:extLst>
      <p:ext uri="{BB962C8B-B14F-4D97-AF65-F5344CB8AC3E}">
        <p14:creationId xmlns:p14="http://schemas.microsoft.com/office/powerpoint/2010/main" val="19398397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394F5-C900-22F8-7D55-59B279D7E70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68CCA04-CA78-82A4-666C-B23C2C871A25}"/>
              </a:ext>
            </a:extLst>
          </p:cNvPr>
          <p:cNvSpPr/>
          <p:nvPr/>
        </p:nvSpPr>
        <p:spPr>
          <a:xfrm>
            <a:off x="-162045" y="-104172"/>
            <a:ext cx="12570106" cy="17948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 name="Title 1">
            <a:extLst>
              <a:ext uri="{FF2B5EF4-FFF2-40B4-BE49-F238E27FC236}">
                <a16:creationId xmlns:a16="http://schemas.microsoft.com/office/drawing/2014/main" id="{B0F9BE26-7F72-315D-0F60-CEFB797156E7}"/>
              </a:ext>
            </a:extLst>
          </p:cNvPr>
          <p:cNvSpPr>
            <a:spLocks noGrp="1"/>
          </p:cNvSpPr>
          <p:nvPr>
            <p:ph type="title"/>
          </p:nvPr>
        </p:nvSpPr>
        <p:spPr/>
        <p:txBody>
          <a:bodyPr/>
          <a:lstStyle/>
          <a:p>
            <a:r>
              <a:rPr lang="en-MX" dirty="0">
                <a:solidFill>
                  <a:schemeClr val="bg1"/>
                </a:solidFill>
              </a:rPr>
              <a:t>The first Quantum convolutional neural network model</a:t>
            </a:r>
          </a:p>
        </p:txBody>
      </p:sp>
      <p:sp>
        <p:nvSpPr>
          <p:cNvPr id="3" name="Content Placeholder 2">
            <a:extLst>
              <a:ext uri="{FF2B5EF4-FFF2-40B4-BE49-F238E27FC236}">
                <a16:creationId xmlns:a16="http://schemas.microsoft.com/office/drawing/2014/main" id="{3F50AAB7-B274-CE13-FCBD-0731E9A53177}"/>
              </a:ext>
            </a:extLst>
          </p:cNvPr>
          <p:cNvSpPr>
            <a:spLocks noGrp="1"/>
          </p:cNvSpPr>
          <p:nvPr>
            <p:ph idx="1"/>
          </p:nvPr>
        </p:nvSpPr>
        <p:spPr>
          <a:xfrm>
            <a:off x="838199" y="1922177"/>
            <a:ext cx="4628745" cy="4254786"/>
          </a:xfrm>
        </p:spPr>
        <p:txBody>
          <a:bodyPr>
            <a:normAutofit/>
          </a:bodyPr>
          <a:lstStyle/>
          <a:p>
            <a:r>
              <a:rPr lang="en-MX" sz="1800" dirty="0"/>
              <a:t>Proposed by Cong et al. in 2019.</a:t>
            </a:r>
          </a:p>
          <a:p>
            <a:r>
              <a:rPr lang="en-MX" sz="1800" dirty="0"/>
              <a:t>Is a Variational Quantum Circuit</a:t>
            </a:r>
          </a:p>
          <a:p>
            <a:r>
              <a:rPr lang="en-MX" sz="1800" dirty="0"/>
              <a:t>Motivated by the classical CNN architecture.</a:t>
            </a:r>
          </a:p>
          <a:p>
            <a:pPr lvl="1"/>
            <a:r>
              <a:rPr lang="en-MX" sz="1400" dirty="0"/>
              <a:t>Convolutional layers = Applying unitary gates in a translational invariant manner. Gates are applied to pairs of adjacent qubits.</a:t>
            </a:r>
          </a:p>
          <a:p>
            <a:pPr lvl="1"/>
            <a:r>
              <a:rPr lang="en-MX" sz="1400" dirty="0"/>
              <a:t>Pooling layers = Measuring a fraction of qubits and applying unitary rotations depending on output.</a:t>
            </a:r>
          </a:p>
          <a:p>
            <a:pPr lvl="1"/>
            <a:r>
              <a:rPr lang="en-MX" sz="1400" dirty="0"/>
              <a:t>Fully Connected layer = Applying a unitary F on the remaining qubits.</a:t>
            </a:r>
          </a:p>
          <a:p>
            <a:pPr lvl="1"/>
            <a:r>
              <a:rPr lang="en-MX" sz="1400" dirty="0"/>
              <a:t>Output is obtained from measuring some fixed number of qubits.</a:t>
            </a:r>
          </a:p>
          <a:p>
            <a:r>
              <a:rPr lang="en-MX" sz="1800" dirty="0"/>
              <a:t>Used in the paper for physics tasks</a:t>
            </a:r>
          </a:p>
          <a:p>
            <a:pPr lvl="1"/>
            <a:r>
              <a:rPr lang="en-MX" sz="1400" dirty="0"/>
              <a:t>Quantum phase recognition</a:t>
            </a:r>
          </a:p>
        </p:txBody>
      </p:sp>
      <p:pic>
        <p:nvPicPr>
          <p:cNvPr id="5" name="Picture 4">
            <a:extLst>
              <a:ext uri="{FF2B5EF4-FFF2-40B4-BE49-F238E27FC236}">
                <a16:creationId xmlns:a16="http://schemas.microsoft.com/office/drawing/2014/main" id="{CB05EA67-7398-2E29-8341-747867227453}"/>
              </a:ext>
            </a:extLst>
          </p:cNvPr>
          <p:cNvPicPr>
            <a:picLocks noChangeAspect="1"/>
          </p:cNvPicPr>
          <p:nvPr/>
        </p:nvPicPr>
        <p:blipFill>
          <a:blip r:embed="rId2"/>
          <a:stretch>
            <a:fillRect/>
          </a:stretch>
        </p:blipFill>
        <p:spPr>
          <a:xfrm>
            <a:off x="5638800" y="1782763"/>
            <a:ext cx="5715000" cy="4394200"/>
          </a:xfrm>
          <a:prstGeom prst="rect">
            <a:avLst/>
          </a:prstGeom>
        </p:spPr>
      </p:pic>
    </p:spTree>
    <p:extLst>
      <p:ext uri="{BB962C8B-B14F-4D97-AF65-F5344CB8AC3E}">
        <p14:creationId xmlns:p14="http://schemas.microsoft.com/office/powerpoint/2010/main" val="4084076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01345-7FE8-B28A-933C-A9828A5EDC3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6706A06-AA20-BE0C-F44C-A7B1ECA6E8A3}"/>
              </a:ext>
            </a:extLst>
          </p:cNvPr>
          <p:cNvSpPr/>
          <p:nvPr/>
        </p:nvSpPr>
        <p:spPr>
          <a:xfrm>
            <a:off x="-162045" y="-104172"/>
            <a:ext cx="12570106" cy="17948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 name="Title 1">
            <a:extLst>
              <a:ext uri="{FF2B5EF4-FFF2-40B4-BE49-F238E27FC236}">
                <a16:creationId xmlns:a16="http://schemas.microsoft.com/office/drawing/2014/main" id="{B8E48392-A755-0620-D8AB-E684FADBFCC9}"/>
              </a:ext>
            </a:extLst>
          </p:cNvPr>
          <p:cNvSpPr>
            <a:spLocks noGrp="1"/>
          </p:cNvSpPr>
          <p:nvPr>
            <p:ph type="title"/>
          </p:nvPr>
        </p:nvSpPr>
        <p:spPr/>
        <p:txBody>
          <a:bodyPr/>
          <a:lstStyle/>
          <a:p>
            <a:r>
              <a:rPr lang="en-MX" dirty="0">
                <a:solidFill>
                  <a:schemeClr val="bg1"/>
                </a:solidFill>
              </a:rPr>
              <a:t>Quantum convolutional neural network for image classification</a:t>
            </a:r>
          </a:p>
        </p:txBody>
      </p:sp>
      <p:sp>
        <p:nvSpPr>
          <p:cNvPr id="3" name="Content Placeholder 2">
            <a:extLst>
              <a:ext uri="{FF2B5EF4-FFF2-40B4-BE49-F238E27FC236}">
                <a16:creationId xmlns:a16="http://schemas.microsoft.com/office/drawing/2014/main" id="{E48616C8-D04C-4D24-193E-FBC2AA829CA7}"/>
              </a:ext>
            </a:extLst>
          </p:cNvPr>
          <p:cNvSpPr>
            <a:spLocks noGrp="1"/>
          </p:cNvSpPr>
          <p:nvPr>
            <p:ph idx="1"/>
          </p:nvPr>
        </p:nvSpPr>
        <p:spPr>
          <a:xfrm>
            <a:off x="838200" y="1922177"/>
            <a:ext cx="2200835" cy="4254786"/>
          </a:xfrm>
        </p:spPr>
        <p:txBody>
          <a:bodyPr>
            <a:normAutofit/>
          </a:bodyPr>
          <a:lstStyle/>
          <a:p>
            <a:r>
              <a:rPr lang="en-MX" sz="1800" dirty="0"/>
              <a:t>Different implementations, but all try to maintain the main ideas of convolution and pooling.</a:t>
            </a:r>
          </a:p>
          <a:p>
            <a:r>
              <a:rPr lang="en-MX" sz="1800" dirty="0"/>
              <a:t>We will work with the one proposed by Tak Hur for MNIST classification.</a:t>
            </a:r>
          </a:p>
          <a:p>
            <a:endParaRPr lang="en-MX" sz="1800" dirty="0"/>
          </a:p>
          <a:p>
            <a:endParaRPr lang="en-MX" sz="1400" dirty="0"/>
          </a:p>
        </p:txBody>
      </p:sp>
      <p:pic>
        <p:nvPicPr>
          <p:cNvPr id="6" name="Picture 5">
            <a:extLst>
              <a:ext uri="{FF2B5EF4-FFF2-40B4-BE49-F238E27FC236}">
                <a16:creationId xmlns:a16="http://schemas.microsoft.com/office/drawing/2014/main" id="{D4887C4A-99FB-D25E-1ECC-E5CE6CB087BA}"/>
              </a:ext>
            </a:extLst>
          </p:cNvPr>
          <p:cNvPicPr>
            <a:picLocks noChangeAspect="1"/>
          </p:cNvPicPr>
          <p:nvPr/>
        </p:nvPicPr>
        <p:blipFill>
          <a:blip r:embed="rId2"/>
          <a:stretch>
            <a:fillRect/>
          </a:stretch>
        </p:blipFill>
        <p:spPr>
          <a:xfrm>
            <a:off x="3581400" y="2363041"/>
            <a:ext cx="7772400" cy="3373057"/>
          </a:xfrm>
          <a:prstGeom prst="rect">
            <a:avLst/>
          </a:prstGeom>
        </p:spPr>
      </p:pic>
    </p:spTree>
    <p:extLst>
      <p:ext uri="{BB962C8B-B14F-4D97-AF65-F5344CB8AC3E}">
        <p14:creationId xmlns:p14="http://schemas.microsoft.com/office/powerpoint/2010/main" val="36115968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6EEC5-80E1-6536-EF14-607F6965320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D4C1A7D-F112-98DE-B81F-B6B5684F5F99}"/>
              </a:ext>
            </a:extLst>
          </p:cNvPr>
          <p:cNvSpPr/>
          <p:nvPr/>
        </p:nvSpPr>
        <p:spPr>
          <a:xfrm>
            <a:off x="-162045" y="-104172"/>
            <a:ext cx="12570106" cy="17948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 name="Title 1">
            <a:extLst>
              <a:ext uri="{FF2B5EF4-FFF2-40B4-BE49-F238E27FC236}">
                <a16:creationId xmlns:a16="http://schemas.microsoft.com/office/drawing/2014/main" id="{3B934FD8-E41C-90F7-9B6E-B6E554416DC9}"/>
              </a:ext>
            </a:extLst>
          </p:cNvPr>
          <p:cNvSpPr>
            <a:spLocks noGrp="1"/>
          </p:cNvSpPr>
          <p:nvPr>
            <p:ph type="title"/>
          </p:nvPr>
        </p:nvSpPr>
        <p:spPr/>
        <p:txBody>
          <a:bodyPr/>
          <a:lstStyle/>
          <a:p>
            <a:r>
              <a:rPr lang="en-MX" dirty="0">
                <a:solidFill>
                  <a:schemeClr val="bg1"/>
                </a:solidFill>
              </a:rPr>
              <a:t>Several convolutional layers to try out!</a:t>
            </a:r>
          </a:p>
        </p:txBody>
      </p:sp>
      <p:pic>
        <p:nvPicPr>
          <p:cNvPr id="5" name="Picture 4">
            <a:extLst>
              <a:ext uri="{FF2B5EF4-FFF2-40B4-BE49-F238E27FC236}">
                <a16:creationId xmlns:a16="http://schemas.microsoft.com/office/drawing/2014/main" id="{569658D5-0393-776E-C4E6-9BB53E342F22}"/>
              </a:ext>
            </a:extLst>
          </p:cNvPr>
          <p:cNvPicPr>
            <a:picLocks noChangeAspect="1"/>
          </p:cNvPicPr>
          <p:nvPr/>
        </p:nvPicPr>
        <p:blipFill>
          <a:blip r:embed="rId3"/>
          <a:srcRect b="23016"/>
          <a:stretch>
            <a:fillRect/>
          </a:stretch>
        </p:blipFill>
        <p:spPr>
          <a:xfrm>
            <a:off x="1662678" y="1774409"/>
            <a:ext cx="8866644" cy="4718466"/>
          </a:xfrm>
          <a:prstGeom prst="rect">
            <a:avLst/>
          </a:prstGeom>
        </p:spPr>
      </p:pic>
    </p:spTree>
    <p:extLst>
      <p:ext uri="{BB962C8B-B14F-4D97-AF65-F5344CB8AC3E}">
        <p14:creationId xmlns:p14="http://schemas.microsoft.com/office/powerpoint/2010/main" val="1423946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3A205-3F9F-D9B7-28D7-5FD38046C1A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51299B9-6382-6F37-8470-25A143326596}"/>
              </a:ext>
            </a:extLst>
          </p:cNvPr>
          <p:cNvSpPr/>
          <p:nvPr/>
        </p:nvSpPr>
        <p:spPr>
          <a:xfrm>
            <a:off x="-162045" y="-104172"/>
            <a:ext cx="12570106" cy="17948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 name="Title 1">
            <a:extLst>
              <a:ext uri="{FF2B5EF4-FFF2-40B4-BE49-F238E27FC236}">
                <a16:creationId xmlns:a16="http://schemas.microsoft.com/office/drawing/2014/main" id="{6C34B9A7-0166-0E9D-0EE3-F8D6831CC690}"/>
              </a:ext>
            </a:extLst>
          </p:cNvPr>
          <p:cNvSpPr>
            <a:spLocks noGrp="1"/>
          </p:cNvSpPr>
          <p:nvPr>
            <p:ph type="title"/>
          </p:nvPr>
        </p:nvSpPr>
        <p:spPr/>
        <p:txBody>
          <a:bodyPr/>
          <a:lstStyle/>
          <a:p>
            <a:r>
              <a:rPr lang="en-MX" dirty="0">
                <a:solidFill>
                  <a:schemeClr val="bg1"/>
                </a:solidFill>
              </a:rPr>
              <a:t>Pooling layer’s circuit</a:t>
            </a:r>
          </a:p>
        </p:txBody>
      </p:sp>
      <p:pic>
        <p:nvPicPr>
          <p:cNvPr id="3" name="Picture 2">
            <a:extLst>
              <a:ext uri="{FF2B5EF4-FFF2-40B4-BE49-F238E27FC236}">
                <a16:creationId xmlns:a16="http://schemas.microsoft.com/office/drawing/2014/main" id="{9B4E333A-0DAD-EF4B-A261-2C704B53B5A9}"/>
              </a:ext>
            </a:extLst>
          </p:cNvPr>
          <p:cNvPicPr>
            <a:picLocks noChangeAspect="1"/>
          </p:cNvPicPr>
          <p:nvPr/>
        </p:nvPicPr>
        <p:blipFill>
          <a:blip r:embed="rId3"/>
          <a:stretch>
            <a:fillRect/>
          </a:stretch>
        </p:blipFill>
        <p:spPr>
          <a:xfrm>
            <a:off x="6096000" y="2677694"/>
            <a:ext cx="4865533" cy="2456617"/>
          </a:xfrm>
          <a:prstGeom prst="rect">
            <a:avLst/>
          </a:prstGeom>
        </p:spPr>
      </p:pic>
      <p:sp>
        <p:nvSpPr>
          <p:cNvPr id="7" name="Content Placeholder 2">
            <a:extLst>
              <a:ext uri="{FF2B5EF4-FFF2-40B4-BE49-F238E27FC236}">
                <a16:creationId xmlns:a16="http://schemas.microsoft.com/office/drawing/2014/main" id="{A086466C-C36C-AC13-D06E-B76651B6E884}"/>
              </a:ext>
            </a:extLst>
          </p:cNvPr>
          <p:cNvSpPr>
            <a:spLocks noGrp="1"/>
          </p:cNvSpPr>
          <p:nvPr>
            <p:ph idx="1"/>
          </p:nvPr>
        </p:nvSpPr>
        <p:spPr>
          <a:xfrm>
            <a:off x="838200" y="1922177"/>
            <a:ext cx="3478968" cy="4254786"/>
          </a:xfrm>
        </p:spPr>
        <p:txBody>
          <a:bodyPr>
            <a:normAutofit/>
          </a:bodyPr>
          <a:lstStyle/>
          <a:p>
            <a:r>
              <a:rPr lang="en-MX" sz="1800" dirty="0"/>
              <a:t>Two controlled rotations are applied. The first is applied when the control qubit is 1 (black circle) and the second when the control qubit is 0 (white circle).</a:t>
            </a:r>
          </a:p>
          <a:p>
            <a:r>
              <a:rPr lang="en-MX" sz="1800" dirty="0"/>
              <a:t>The control qubit </a:t>
            </a:r>
            <a:r>
              <a:rPr lang="en-US" sz="1800" dirty="0"/>
              <a:t>is ”traced out” after the gate operations in order to reduce the dimension.</a:t>
            </a:r>
            <a:endParaRPr lang="en-MX" sz="1400" dirty="0"/>
          </a:p>
        </p:txBody>
      </p:sp>
    </p:spTree>
    <p:extLst>
      <p:ext uri="{BB962C8B-B14F-4D97-AF65-F5344CB8AC3E}">
        <p14:creationId xmlns:p14="http://schemas.microsoft.com/office/powerpoint/2010/main" val="13131286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156BB-92F6-2975-DC50-C79AAE8EE84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B60087E-C816-4DC7-8ED8-ED568CD01109}"/>
              </a:ext>
            </a:extLst>
          </p:cNvPr>
          <p:cNvSpPr/>
          <p:nvPr/>
        </p:nvSpPr>
        <p:spPr>
          <a:xfrm>
            <a:off x="-162045" y="-104172"/>
            <a:ext cx="12570106" cy="17948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 name="Title 1">
            <a:extLst>
              <a:ext uri="{FF2B5EF4-FFF2-40B4-BE49-F238E27FC236}">
                <a16:creationId xmlns:a16="http://schemas.microsoft.com/office/drawing/2014/main" id="{8DB748C8-92B2-EA2D-6FA0-916EF747B16C}"/>
              </a:ext>
            </a:extLst>
          </p:cNvPr>
          <p:cNvSpPr>
            <a:spLocks noGrp="1"/>
          </p:cNvSpPr>
          <p:nvPr>
            <p:ph type="title"/>
          </p:nvPr>
        </p:nvSpPr>
        <p:spPr/>
        <p:txBody>
          <a:bodyPr/>
          <a:lstStyle/>
          <a:p>
            <a:r>
              <a:rPr lang="en-MX" dirty="0">
                <a:solidFill>
                  <a:schemeClr val="bg1"/>
                </a:solidFill>
              </a:rPr>
              <a:t>How to handle image data?</a:t>
            </a:r>
          </a:p>
        </p:txBody>
      </p:sp>
      <p:sp>
        <p:nvSpPr>
          <p:cNvPr id="7" name="Content Placeholder 2">
            <a:extLst>
              <a:ext uri="{FF2B5EF4-FFF2-40B4-BE49-F238E27FC236}">
                <a16:creationId xmlns:a16="http://schemas.microsoft.com/office/drawing/2014/main" id="{0DDE1525-D040-D7B7-D181-5CBFD3F3C2AF}"/>
              </a:ext>
            </a:extLst>
          </p:cNvPr>
          <p:cNvSpPr>
            <a:spLocks noGrp="1"/>
          </p:cNvSpPr>
          <p:nvPr>
            <p:ph idx="1"/>
          </p:nvPr>
        </p:nvSpPr>
        <p:spPr>
          <a:xfrm>
            <a:off x="838199" y="1922177"/>
            <a:ext cx="4033603" cy="4254786"/>
          </a:xfrm>
        </p:spPr>
        <p:txBody>
          <a:bodyPr>
            <a:normAutofit/>
          </a:bodyPr>
          <a:lstStyle/>
          <a:p>
            <a:r>
              <a:rPr lang="en-MX" sz="1800" dirty="0"/>
              <a:t>Image data can be seen as a matrix with pixels. Each pixel is considered a feature.</a:t>
            </a:r>
          </a:p>
          <a:p>
            <a:r>
              <a:rPr lang="es-419" sz="1800" dirty="0"/>
              <a:t>Current quantum computers can’t handle training  high resolution images (a lot of pixels).</a:t>
            </a:r>
          </a:p>
          <a:p>
            <a:r>
              <a:rPr lang="es-419" sz="1800" dirty="0"/>
              <a:t>The data has to be reduced in some intelligent way so that QCNN can handle it, but we do not lose a lot of information.</a:t>
            </a:r>
          </a:p>
          <a:p>
            <a:r>
              <a:rPr lang="es-419" sz="1800" dirty="0"/>
              <a:t>Dimensionality reduction techniques are applied as a preprocessing stage.</a:t>
            </a:r>
          </a:p>
          <a:p>
            <a:pPr lvl="1"/>
            <a:r>
              <a:rPr lang="en-MX" sz="1400" dirty="0"/>
              <a:t>PCA, autoencoding, interpolation.</a:t>
            </a:r>
          </a:p>
        </p:txBody>
      </p:sp>
      <p:pic>
        <p:nvPicPr>
          <p:cNvPr id="5" name="Picture 4" descr="Dimensionality Reduction In Machine Learning ⁜ | by Muhammad Taha | Medium">
            <a:extLst>
              <a:ext uri="{FF2B5EF4-FFF2-40B4-BE49-F238E27FC236}">
                <a16:creationId xmlns:a16="http://schemas.microsoft.com/office/drawing/2014/main" id="{95D7259A-F893-A759-F2A9-1970968279D5}"/>
              </a:ext>
            </a:extLst>
          </p:cNvPr>
          <p:cNvPicPr>
            <a:picLocks noChangeAspect="1"/>
          </p:cNvPicPr>
          <p:nvPr/>
        </p:nvPicPr>
        <p:blipFill>
          <a:blip r:embed="rId3"/>
          <a:stretch>
            <a:fillRect/>
          </a:stretch>
        </p:blipFill>
        <p:spPr>
          <a:xfrm>
            <a:off x="4632734" y="1922177"/>
            <a:ext cx="7559266" cy="4254786"/>
          </a:xfrm>
          <a:prstGeom prst="rect">
            <a:avLst/>
          </a:prstGeom>
        </p:spPr>
      </p:pic>
    </p:spTree>
    <p:extLst>
      <p:ext uri="{BB962C8B-B14F-4D97-AF65-F5344CB8AC3E}">
        <p14:creationId xmlns:p14="http://schemas.microsoft.com/office/powerpoint/2010/main" val="5392265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9F391-9E73-1F92-6E61-89F1A2C9A5C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DBB0E44-4AC7-0582-42A7-8B41AE971CD8}"/>
              </a:ext>
            </a:extLst>
          </p:cNvPr>
          <p:cNvSpPr/>
          <p:nvPr/>
        </p:nvSpPr>
        <p:spPr>
          <a:xfrm>
            <a:off x="-162045" y="-104172"/>
            <a:ext cx="12570106" cy="17948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 name="Title 1">
            <a:extLst>
              <a:ext uri="{FF2B5EF4-FFF2-40B4-BE49-F238E27FC236}">
                <a16:creationId xmlns:a16="http://schemas.microsoft.com/office/drawing/2014/main" id="{E85BA66B-5431-EE42-016E-231026318789}"/>
              </a:ext>
            </a:extLst>
          </p:cNvPr>
          <p:cNvSpPr>
            <a:spLocks noGrp="1"/>
          </p:cNvSpPr>
          <p:nvPr>
            <p:ph type="title"/>
          </p:nvPr>
        </p:nvSpPr>
        <p:spPr/>
        <p:txBody>
          <a:bodyPr/>
          <a:lstStyle/>
          <a:p>
            <a:r>
              <a:rPr lang="en-MX" dirty="0">
                <a:solidFill>
                  <a:schemeClr val="bg1"/>
                </a:solidFill>
              </a:rPr>
              <a:t>CODE!</a:t>
            </a:r>
          </a:p>
        </p:txBody>
      </p:sp>
      <p:sp>
        <p:nvSpPr>
          <p:cNvPr id="5" name="Content Placeholder 2">
            <a:extLst>
              <a:ext uri="{FF2B5EF4-FFF2-40B4-BE49-F238E27FC236}">
                <a16:creationId xmlns:a16="http://schemas.microsoft.com/office/drawing/2014/main" id="{9D08CA4A-06F0-B43C-34F9-FBFA8450EDB2}"/>
              </a:ext>
            </a:extLst>
          </p:cNvPr>
          <p:cNvSpPr txBox="1">
            <a:spLocks/>
          </p:cNvSpPr>
          <p:nvPr/>
        </p:nvSpPr>
        <p:spPr>
          <a:xfrm>
            <a:off x="739208" y="2159985"/>
            <a:ext cx="10773238" cy="352128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MX" sz="6000" dirty="0"/>
              <a:t>Let’s see the Quantum convolutional neural network in action on the </a:t>
            </a:r>
            <a:r>
              <a:rPr lang="en-US" sz="6000" dirty="0" err="1"/>
              <a:t>QCNN.ipynb</a:t>
            </a:r>
            <a:r>
              <a:rPr lang="en-US" sz="6000" dirty="0"/>
              <a:t> file</a:t>
            </a:r>
            <a:endParaRPr lang="en-MX" sz="6000" dirty="0"/>
          </a:p>
        </p:txBody>
      </p:sp>
    </p:spTree>
    <p:extLst>
      <p:ext uri="{BB962C8B-B14F-4D97-AF65-F5344CB8AC3E}">
        <p14:creationId xmlns:p14="http://schemas.microsoft.com/office/powerpoint/2010/main" val="11907391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88241-769A-1493-10E8-95AF9644D09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7F5783B-1685-806F-28A4-5637DE19CF6E}"/>
              </a:ext>
            </a:extLst>
          </p:cNvPr>
          <p:cNvSpPr/>
          <p:nvPr/>
        </p:nvSpPr>
        <p:spPr>
          <a:xfrm>
            <a:off x="-162045" y="-104172"/>
            <a:ext cx="12570106" cy="17948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 name="Title 1">
            <a:extLst>
              <a:ext uri="{FF2B5EF4-FFF2-40B4-BE49-F238E27FC236}">
                <a16:creationId xmlns:a16="http://schemas.microsoft.com/office/drawing/2014/main" id="{2909F823-46BA-9AAD-5BDA-CBE5E1CCD735}"/>
              </a:ext>
            </a:extLst>
          </p:cNvPr>
          <p:cNvSpPr>
            <a:spLocks noGrp="1"/>
          </p:cNvSpPr>
          <p:nvPr>
            <p:ph type="title"/>
          </p:nvPr>
        </p:nvSpPr>
        <p:spPr/>
        <p:txBody>
          <a:bodyPr/>
          <a:lstStyle/>
          <a:p>
            <a:r>
              <a:rPr lang="en-MX" dirty="0">
                <a:solidFill>
                  <a:schemeClr val="bg1"/>
                </a:solidFill>
              </a:rPr>
              <a:t>Limitations of Quantum convolutional neural networks</a:t>
            </a:r>
          </a:p>
        </p:txBody>
      </p:sp>
      <p:sp>
        <p:nvSpPr>
          <p:cNvPr id="3" name="Content Placeholder 2">
            <a:extLst>
              <a:ext uri="{FF2B5EF4-FFF2-40B4-BE49-F238E27FC236}">
                <a16:creationId xmlns:a16="http://schemas.microsoft.com/office/drawing/2014/main" id="{35858C8A-DDCC-FDFB-4610-2AC32F404120}"/>
              </a:ext>
            </a:extLst>
          </p:cNvPr>
          <p:cNvSpPr>
            <a:spLocks noGrp="1"/>
          </p:cNvSpPr>
          <p:nvPr>
            <p:ph idx="1"/>
          </p:nvPr>
        </p:nvSpPr>
        <p:spPr>
          <a:xfrm>
            <a:off x="838200" y="1922177"/>
            <a:ext cx="2943149" cy="4254786"/>
          </a:xfrm>
        </p:spPr>
        <p:txBody>
          <a:bodyPr>
            <a:normAutofit/>
          </a:bodyPr>
          <a:lstStyle/>
          <a:p>
            <a:r>
              <a:rPr lang="en-MX" sz="1800" dirty="0"/>
              <a:t>In order to process image data with current hardware, we need to reduce the dimensionality of it. Even if we use good dimensionality reduction techniques, we lose some information in the process.</a:t>
            </a:r>
          </a:p>
          <a:p>
            <a:r>
              <a:rPr lang="en-MX" sz="1800" dirty="0"/>
              <a:t>Barren plateaus: Training deep QCNNs can lead to the vanishing gradient problem. Our model “stops learning”.</a:t>
            </a:r>
          </a:p>
        </p:txBody>
      </p:sp>
      <p:pic>
        <p:nvPicPr>
          <p:cNvPr id="9" name="Picture 8">
            <a:extLst>
              <a:ext uri="{FF2B5EF4-FFF2-40B4-BE49-F238E27FC236}">
                <a16:creationId xmlns:a16="http://schemas.microsoft.com/office/drawing/2014/main" id="{8E685BEA-87AB-8530-44C0-2FD58DA371BC}"/>
              </a:ext>
            </a:extLst>
          </p:cNvPr>
          <p:cNvPicPr>
            <a:picLocks noChangeAspect="1"/>
          </p:cNvPicPr>
          <p:nvPr/>
        </p:nvPicPr>
        <p:blipFill>
          <a:blip r:embed="rId3"/>
          <a:stretch>
            <a:fillRect/>
          </a:stretch>
        </p:blipFill>
        <p:spPr>
          <a:xfrm>
            <a:off x="4510216" y="1696365"/>
            <a:ext cx="7168978" cy="4796510"/>
          </a:xfrm>
          <a:prstGeom prst="rect">
            <a:avLst/>
          </a:prstGeom>
        </p:spPr>
      </p:pic>
    </p:spTree>
    <p:extLst>
      <p:ext uri="{BB962C8B-B14F-4D97-AF65-F5344CB8AC3E}">
        <p14:creationId xmlns:p14="http://schemas.microsoft.com/office/powerpoint/2010/main" val="3915300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D4EBB-A435-963A-3775-5CB6981BE50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811C68D-3F27-8841-E94E-9FD9CD806BC9}"/>
              </a:ext>
            </a:extLst>
          </p:cNvPr>
          <p:cNvSpPr/>
          <p:nvPr/>
        </p:nvSpPr>
        <p:spPr>
          <a:xfrm>
            <a:off x="-162045" y="-104172"/>
            <a:ext cx="12570106" cy="17948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 name="Title 1">
            <a:extLst>
              <a:ext uri="{FF2B5EF4-FFF2-40B4-BE49-F238E27FC236}">
                <a16:creationId xmlns:a16="http://schemas.microsoft.com/office/drawing/2014/main" id="{29DCFCCE-BF77-BD92-8433-0B3F93B0A518}"/>
              </a:ext>
            </a:extLst>
          </p:cNvPr>
          <p:cNvSpPr>
            <a:spLocks noGrp="1"/>
          </p:cNvSpPr>
          <p:nvPr>
            <p:ph type="title"/>
          </p:nvPr>
        </p:nvSpPr>
        <p:spPr/>
        <p:txBody>
          <a:bodyPr/>
          <a:lstStyle/>
          <a:p>
            <a:r>
              <a:rPr lang="en-MX" dirty="0">
                <a:solidFill>
                  <a:schemeClr val="bg1"/>
                </a:solidFill>
              </a:rPr>
              <a:t>Quanvolutional neural networks</a:t>
            </a:r>
          </a:p>
        </p:txBody>
      </p:sp>
      <p:sp>
        <p:nvSpPr>
          <p:cNvPr id="3" name="Content Placeholder 2">
            <a:extLst>
              <a:ext uri="{FF2B5EF4-FFF2-40B4-BE49-F238E27FC236}">
                <a16:creationId xmlns:a16="http://schemas.microsoft.com/office/drawing/2014/main" id="{F5455EBB-27C6-DFFE-7D93-454AEB303617}"/>
              </a:ext>
            </a:extLst>
          </p:cNvPr>
          <p:cNvSpPr>
            <a:spLocks noGrp="1"/>
          </p:cNvSpPr>
          <p:nvPr>
            <p:ph idx="1"/>
          </p:nvPr>
        </p:nvSpPr>
        <p:spPr>
          <a:xfrm>
            <a:off x="838200" y="1922177"/>
            <a:ext cx="3478968" cy="4254786"/>
          </a:xfrm>
        </p:spPr>
        <p:txBody>
          <a:bodyPr>
            <a:normAutofit lnSpcReduction="10000"/>
          </a:bodyPr>
          <a:lstStyle/>
          <a:p>
            <a:r>
              <a:rPr lang="en-MX" sz="1800" dirty="0"/>
              <a:t>We will work with the one proposed by Henderson for MNIST classification.</a:t>
            </a:r>
          </a:p>
          <a:p>
            <a:r>
              <a:rPr lang="en-MX" sz="1800" dirty="0"/>
              <a:t>The quantum circuit is used as a preprocessing step.</a:t>
            </a:r>
          </a:p>
          <a:p>
            <a:r>
              <a:rPr lang="en-MX" sz="1800" dirty="0"/>
              <a:t>There is no parameter optimization. The circuit is fixed and used before the training of the actual network.</a:t>
            </a:r>
          </a:p>
          <a:p>
            <a:r>
              <a:rPr lang="en-MX" sz="1800" dirty="0"/>
              <a:t>The layers in U are chosen at random.</a:t>
            </a:r>
          </a:p>
          <a:p>
            <a:r>
              <a:rPr lang="en-MX" sz="1800" dirty="0"/>
              <a:t>The image is divided into squares of 2x2. </a:t>
            </a:r>
          </a:p>
          <a:p>
            <a:r>
              <a:rPr lang="en-MX" sz="1800" dirty="0"/>
              <a:t>The output of the circuit is the expectation value of each of those 4 pixels after the circuit.</a:t>
            </a:r>
          </a:p>
          <a:p>
            <a:endParaRPr lang="en-MX" sz="1800" dirty="0"/>
          </a:p>
          <a:p>
            <a:endParaRPr lang="en-MX" sz="1400" dirty="0"/>
          </a:p>
        </p:txBody>
      </p:sp>
      <p:pic>
        <p:nvPicPr>
          <p:cNvPr id="5" name="Picture 4" descr="../../_images/circuit.png">
            <a:extLst>
              <a:ext uri="{FF2B5EF4-FFF2-40B4-BE49-F238E27FC236}">
                <a16:creationId xmlns:a16="http://schemas.microsoft.com/office/drawing/2014/main" id="{C153E584-538E-92A1-3982-ED314A9DA8F0}"/>
              </a:ext>
            </a:extLst>
          </p:cNvPr>
          <p:cNvPicPr>
            <a:picLocks noChangeAspect="1"/>
          </p:cNvPicPr>
          <p:nvPr/>
        </p:nvPicPr>
        <p:blipFill>
          <a:blip r:embed="rId3"/>
          <a:stretch>
            <a:fillRect/>
          </a:stretch>
        </p:blipFill>
        <p:spPr>
          <a:xfrm>
            <a:off x="4896706" y="2159985"/>
            <a:ext cx="5956256" cy="4116589"/>
          </a:xfrm>
          <a:prstGeom prst="rect">
            <a:avLst/>
          </a:prstGeom>
        </p:spPr>
      </p:pic>
    </p:spTree>
    <p:extLst>
      <p:ext uri="{BB962C8B-B14F-4D97-AF65-F5344CB8AC3E}">
        <p14:creationId xmlns:p14="http://schemas.microsoft.com/office/powerpoint/2010/main" val="21241265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E5E7D-CCB3-690B-98B6-2F80ED2A514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33DF505-7EA2-049D-1D74-C3FA51DC46D3}"/>
              </a:ext>
            </a:extLst>
          </p:cNvPr>
          <p:cNvSpPr/>
          <p:nvPr/>
        </p:nvSpPr>
        <p:spPr>
          <a:xfrm>
            <a:off x="-162045" y="-104172"/>
            <a:ext cx="12570106" cy="17948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 name="Title 1">
            <a:extLst>
              <a:ext uri="{FF2B5EF4-FFF2-40B4-BE49-F238E27FC236}">
                <a16:creationId xmlns:a16="http://schemas.microsoft.com/office/drawing/2014/main" id="{97F7A8FA-9344-D7B9-0B69-94E6AFBFEA37}"/>
              </a:ext>
            </a:extLst>
          </p:cNvPr>
          <p:cNvSpPr>
            <a:spLocks noGrp="1"/>
          </p:cNvSpPr>
          <p:nvPr>
            <p:ph type="title"/>
          </p:nvPr>
        </p:nvSpPr>
        <p:spPr/>
        <p:txBody>
          <a:bodyPr/>
          <a:lstStyle/>
          <a:p>
            <a:r>
              <a:rPr lang="en-MX" dirty="0">
                <a:solidFill>
                  <a:schemeClr val="bg1"/>
                </a:solidFill>
              </a:rPr>
              <a:t>Why using Quanvolutional neural networks might help us?</a:t>
            </a:r>
          </a:p>
        </p:txBody>
      </p:sp>
      <p:sp>
        <p:nvSpPr>
          <p:cNvPr id="3" name="Content Placeholder 2">
            <a:extLst>
              <a:ext uri="{FF2B5EF4-FFF2-40B4-BE49-F238E27FC236}">
                <a16:creationId xmlns:a16="http://schemas.microsoft.com/office/drawing/2014/main" id="{FDA939C5-3D3D-68A2-84DE-1BFA29F7D434}"/>
              </a:ext>
            </a:extLst>
          </p:cNvPr>
          <p:cNvSpPr>
            <a:spLocks noGrp="1"/>
          </p:cNvSpPr>
          <p:nvPr>
            <p:ph idx="1"/>
          </p:nvPr>
        </p:nvSpPr>
        <p:spPr>
          <a:xfrm>
            <a:off x="838199" y="1922177"/>
            <a:ext cx="5661455" cy="4254786"/>
          </a:xfrm>
        </p:spPr>
        <p:txBody>
          <a:bodyPr>
            <a:normAutofit/>
          </a:bodyPr>
          <a:lstStyle/>
          <a:p>
            <a:r>
              <a:rPr lang="en-MX" sz="1800" dirty="0"/>
              <a:t>Although random, quantum circuits can introduce some interesting non-linear transformations between input pixels. This could help improve the model’s results.</a:t>
            </a:r>
          </a:p>
          <a:p>
            <a:r>
              <a:rPr lang="en-MX" sz="1800" dirty="0"/>
              <a:t>These transformations can only be achieved through quantum computation since they involve quantum phenomena like entanglement.</a:t>
            </a:r>
          </a:p>
          <a:p>
            <a:r>
              <a:rPr lang="en-US" sz="1800" dirty="0"/>
              <a:t>It does not use as many qubits as other approaches and does not require a training process.</a:t>
            </a:r>
          </a:p>
          <a:p>
            <a:r>
              <a:rPr lang="en-US" sz="1800" dirty="0"/>
              <a:t>It can integrate easily into ML pipelines as a preprocessing stage.</a:t>
            </a:r>
          </a:p>
        </p:txBody>
      </p:sp>
      <p:pic>
        <p:nvPicPr>
          <p:cNvPr id="11" name="Picture 10" descr="Black Cat Thinking Meme">
            <a:extLst>
              <a:ext uri="{FF2B5EF4-FFF2-40B4-BE49-F238E27FC236}">
                <a16:creationId xmlns:a16="http://schemas.microsoft.com/office/drawing/2014/main" id="{EAEC1EBA-69DD-EE3B-2A74-038BE401CFEE}"/>
              </a:ext>
            </a:extLst>
          </p:cNvPr>
          <p:cNvPicPr>
            <a:picLocks noChangeAspect="1"/>
          </p:cNvPicPr>
          <p:nvPr/>
        </p:nvPicPr>
        <p:blipFill>
          <a:blip r:embed="rId3"/>
          <a:stretch/>
        </p:blipFill>
        <p:spPr>
          <a:xfrm flipH="1">
            <a:off x="7290489" y="1690688"/>
            <a:ext cx="5012724" cy="5200483"/>
          </a:xfrm>
          <a:prstGeom prst="rect">
            <a:avLst/>
          </a:prstGeom>
        </p:spPr>
      </p:pic>
    </p:spTree>
    <p:extLst>
      <p:ext uri="{BB962C8B-B14F-4D97-AF65-F5344CB8AC3E}">
        <p14:creationId xmlns:p14="http://schemas.microsoft.com/office/powerpoint/2010/main" val="2151856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8E386-5FE0-FFB2-F776-B56268CBA07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C4615BC-8347-36CE-31E0-B68EBC43AA6C}"/>
              </a:ext>
            </a:extLst>
          </p:cNvPr>
          <p:cNvSpPr/>
          <p:nvPr/>
        </p:nvSpPr>
        <p:spPr>
          <a:xfrm>
            <a:off x="-162045" y="-104172"/>
            <a:ext cx="12570106" cy="17948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 name="Title 1">
            <a:extLst>
              <a:ext uri="{FF2B5EF4-FFF2-40B4-BE49-F238E27FC236}">
                <a16:creationId xmlns:a16="http://schemas.microsoft.com/office/drawing/2014/main" id="{13B31121-DB19-10D8-B74F-AED6D68B32AA}"/>
              </a:ext>
            </a:extLst>
          </p:cNvPr>
          <p:cNvSpPr>
            <a:spLocks noGrp="1"/>
          </p:cNvSpPr>
          <p:nvPr>
            <p:ph type="title"/>
          </p:nvPr>
        </p:nvSpPr>
        <p:spPr/>
        <p:txBody>
          <a:bodyPr/>
          <a:lstStyle/>
          <a:p>
            <a:r>
              <a:rPr lang="en-MX" dirty="0">
                <a:solidFill>
                  <a:schemeClr val="bg1"/>
                </a:solidFill>
              </a:rPr>
              <a:t>CODE!</a:t>
            </a:r>
          </a:p>
        </p:txBody>
      </p:sp>
      <p:sp>
        <p:nvSpPr>
          <p:cNvPr id="5" name="Content Placeholder 2">
            <a:extLst>
              <a:ext uri="{FF2B5EF4-FFF2-40B4-BE49-F238E27FC236}">
                <a16:creationId xmlns:a16="http://schemas.microsoft.com/office/drawing/2014/main" id="{153CC203-FCB1-03F8-BDAE-B39F3ABA4885}"/>
              </a:ext>
            </a:extLst>
          </p:cNvPr>
          <p:cNvSpPr txBox="1">
            <a:spLocks/>
          </p:cNvSpPr>
          <p:nvPr/>
        </p:nvSpPr>
        <p:spPr>
          <a:xfrm>
            <a:off x="739208" y="2159985"/>
            <a:ext cx="10773238" cy="352128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MX" sz="6000" dirty="0"/>
              <a:t>Let’s see the Quanvolutional Neural Network in action on the </a:t>
            </a:r>
            <a:r>
              <a:rPr lang="en-US" sz="6000" dirty="0" err="1"/>
              <a:t>QuanNN.ipynb</a:t>
            </a:r>
            <a:r>
              <a:rPr lang="en-US" sz="6000" dirty="0"/>
              <a:t> file</a:t>
            </a:r>
            <a:endParaRPr lang="en-MX" sz="6000" dirty="0"/>
          </a:p>
        </p:txBody>
      </p:sp>
    </p:spTree>
    <p:extLst>
      <p:ext uri="{BB962C8B-B14F-4D97-AF65-F5344CB8AC3E}">
        <p14:creationId xmlns:p14="http://schemas.microsoft.com/office/powerpoint/2010/main" val="42768539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D0F75-7709-2DAC-FA4C-437936D8DBA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6EB46B1-4110-4CBE-8D78-D6E82C124ACD}"/>
              </a:ext>
            </a:extLst>
          </p:cNvPr>
          <p:cNvSpPr/>
          <p:nvPr/>
        </p:nvSpPr>
        <p:spPr>
          <a:xfrm>
            <a:off x="-162045" y="-104172"/>
            <a:ext cx="12570106" cy="17948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 name="Title 1">
            <a:extLst>
              <a:ext uri="{FF2B5EF4-FFF2-40B4-BE49-F238E27FC236}">
                <a16:creationId xmlns:a16="http://schemas.microsoft.com/office/drawing/2014/main" id="{A7854383-B7A3-0C8D-DABA-6DFD4906B10A}"/>
              </a:ext>
            </a:extLst>
          </p:cNvPr>
          <p:cNvSpPr>
            <a:spLocks noGrp="1"/>
          </p:cNvSpPr>
          <p:nvPr>
            <p:ph type="title"/>
          </p:nvPr>
        </p:nvSpPr>
        <p:spPr/>
        <p:txBody>
          <a:bodyPr/>
          <a:lstStyle/>
          <a:p>
            <a:r>
              <a:rPr lang="en-MX" dirty="0">
                <a:solidFill>
                  <a:schemeClr val="bg1"/>
                </a:solidFill>
              </a:rPr>
              <a:t>Limitations of Quanvolutional neural networks</a:t>
            </a:r>
          </a:p>
        </p:txBody>
      </p:sp>
      <p:sp>
        <p:nvSpPr>
          <p:cNvPr id="3" name="Content Placeholder 2">
            <a:extLst>
              <a:ext uri="{FF2B5EF4-FFF2-40B4-BE49-F238E27FC236}">
                <a16:creationId xmlns:a16="http://schemas.microsoft.com/office/drawing/2014/main" id="{27E7F709-4BEF-D7CD-4854-6FA8A6B83F1A}"/>
              </a:ext>
            </a:extLst>
          </p:cNvPr>
          <p:cNvSpPr>
            <a:spLocks noGrp="1"/>
          </p:cNvSpPr>
          <p:nvPr>
            <p:ph idx="1"/>
          </p:nvPr>
        </p:nvSpPr>
        <p:spPr>
          <a:xfrm>
            <a:off x="838200" y="1922177"/>
            <a:ext cx="3478968" cy="4254786"/>
          </a:xfrm>
        </p:spPr>
        <p:txBody>
          <a:bodyPr>
            <a:normAutofit/>
          </a:bodyPr>
          <a:lstStyle/>
          <a:p>
            <a:r>
              <a:rPr lang="en-MX" sz="1800" dirty="0"/>
              <a:t>Quanvolutional layers are static. Good performance depends on the random circuit we are using.</a:t>
            </a:r>
          </a:p>
          <a:p>
            <a:r>
              <a:rPr lang="en-MX" sz="1800" dirty="0"/>
              <a:t>Some work has been done in order to make the quanvolutional layers trainable. However, one big problem is that the computation of the gradient is only available for the last quanvolutional layer.</a:t>
            </a:r>
          </a:p>
          <a:p>
            <a:endParaRPr lang="en-MX" sz="1400" dirty="0"/>
          </a:p>
        </p:txBody>
      </p:sp>
      <p:pic>
        <p:nvPicPr>
          <p:cNvPr id="6" name="Picture 5" descr="How can I make this Quvolution Demo's convolutional layer trainable as  well? - PennyLane Help - Discussion Forum — PennyLane">
            <a:extLst>
              <a:ext uri="{FF2B5EF4-FFF2-40B4-BE49-F238E27FC236}">
                <a16:creationId xmlns:a16="http://schemas.microsoft.com/office/drawing/2014/main" id="{B3399398-9F7F-25DE-3702-EE5CF69D0BF3}"/>
              </a:ext>
            </a:extLst>
          </p:cNvPr>
          <p:cNvPicPr>
            <a:picLocks noChangeAspect="1"/>
          </p:cNvPicPr>
          <p:nvPr/>
        </p:nvPicPr>
        <p:blipFill>
          <a:blip r:embed="rId3"/>
          <a:stretch>
            <a:fillRect/>
          </a:stretch>
        </p:blipFill>
        <p:spPr>
          <a:xfrm>
            <a:off x="5193956" y="2159985"/>
            <a:ext cx="5949642" cy="3666384"/>
          </a:xfrm>
          <a:prstGeom prst="rect">
            <a:avLst/>
          </a:prstGeom>
        </p:spPr>
      </p:pic>
    </p:spTree>
    <p:extLst>
      <p:ext uri="{BB962C8B-B14F-4D97-AF65-F5344CB8AC3E}">
        <p14:creationId xmlns:p14="http://schemas.microsoft.com/office/powerpoint/2010/main" val="31948488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6D42E-5938-F8F5-D6EF-144241A844D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EEDC598-920E-F278-E53A-FCD691F7B837}"/>
              </a:ext>
            </a:extLst>
          </p:cNvPr>
          <p:cNvSpPr/>
          <p:nvPr/>
        </p:nvSpPr>
        <p:spPr>
          <a:xfrm>
            <a:off x="-162045" y="-104172"/>
            <a:ext cx="12570106" cy="17948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 name="Title 1">
            <a:extLst>
              <a:ext uri="{FF2B5EF4-FFF2-40B4-BE49-F238E27FC236}">
                <a16:creationId xmlns:a16="http://schemas.microsoft.com/office/drawing/2014/main" id="{F2D6F0F6-91B0-EB03-0D7F-7C38C6A4455D}"/>
              </a:ext>
            </a:extLst>
          </p:cNvPr>
          <p:cNvSpPr>
            <a:spLocks noGrp="1"/>
          </p:cNvSpPr>
          <p:nvPr>
            <p:ph type="title"/>
          </p:nvPr>
        </p:nvSpPr>
        <p:spPr/>
        <p:txBody>
          <a:bodyPr/>
          <a:lstStyle/>
          <a:p>
            <a:r>
              <a:rPr lang="en-MX" dirty="0">
                <a:solidFill>
                  <a:schemeClr val="bg1"/>
                </a:solidFill>
              </a:rPr>
              <a:t>Residual Quanvolutional Neural Networks</a:t>
            </a:r>
          </a:p>
        </p:txBody>
      </p:sp>
      <p:sp>
        <p:nvSpPr>
          <p:cNvPr id="3" name="Content Placeholder 2">
            <a:extLst>
              <a:ext uri="{FF2B5EF4-FFF2-40B4-BE49-F238E27FC236}">
                <a16:creationId xmlns:a16="http://schemas.microsoft.com/office/drawing/2014/main" id="{6AF25384-E5E2-D162-815B-7F7C6E902279}"/>
              </a:ext>
            </a:extLst>
          </p:cNvPr>
          <p:cNvSpPr>
            <a:spLocks noGrp="1"/>
          </p:cNvSpPr>
          <p:nvPr>
            <p:ph idx="1"/>
          </p:nvPr>
        </p:nvSpPr>
        <p:spPr>
          <a:xfrm>
            <a:off x="838200" y="1922177"/>
            <a:ext cx="3932584" cy="4254786"/>
          </a:xfrm>
        </p:spPr>
        <p:txBody>
          <a:bodyPr>
            <a:noAutofit/>
          </a:bodyPr>
          <a:lstStyle/>
          <a:p>
            <a:r>
              <a:rPr lang="en-MX" sz="1800" dirty="0"/>
              <a:t>In order to train a model with several trainable quanvolutional layers, we need to address the problem with the gradients we mentioned.</a:t>
            </a:r>
          </a:p>
          <a:p>
            <a:r>
              <a:rPr lang="en-MX" sz="1800" dirty="0"/>
              <a:t>Muhammad Kashif and Muhammad Shafique proposed the Residual Quanvolutional Neural Network in 2025.</a:t>
            </a:r>
          </a:p>
          <a:p>
            <a:r>
              <a:rPr lang="en-MX" sz="1800" dirty="0"/>
              <a:t>The main idea of a Residual Network (quantum or classical) is to add connections between layers, so that relevant information is not lost through the layers when calculating gradients.</a:t>
            </a:r>
          </a:p>
        </p:txBody>
      </p:sp>
      <p:pic>
        <p:nvPicPr>
          <p:cNvPr id="8" name="Picture 7" descr="Breast Cancer Detection with Quanvolutional Neural Networks">
            <a:extLst>
              <a:ext uri="{FF2B5EF4-FFF2-40B4-BE49-F238E27FC236}">
                <a16:creationId xmlns:a16="http://schemas.microsoft.com/office/drawing/2014/main" id="{902F4993-25AE-FD33-E66A-BCA1E7607910}"/>
              </a:ext>
            </a:extLst>
          </p:cNvPr>
          <p:cNvPicPr>
            <a:picLocks noChangeAspect="1"/>
          </p:cNvPicPr>
          <p:nvPr/>
        </p:nvPicPr>
        <p:blipFill>
          <a:blip r:embed="rId3"/>
          <a:stretch>
            <a:fillRect/>
          </a:stretch>
        </p:blipFill>
        <p:spPr>
          <a:xfrm>
            <a:off x="4770784" y="2643537"/>
            <a:ext cx="7275975" cy="2812066"/>
          </a:xfrm>
          <a:prstGeom prst="rect">
            <a:avLst/>
          </a:prstGeom>
        </p:spPr>
      </p:pic>
    </p:spTree>
    <p:extLst>
      <p:ext uri="{BB962C8B-B14F-4D97-AF65-F5344CB8AC3E}">
        <p14:creationId xmlns:p14="http://schemas.microsoft.com/office/powerpoint/2010/main" val="505319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F42E5-3AD7-9188-74D8-FE868452678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D3704C1-FC99-A571-866D-D8445A5FC43D}"/>
              </a:ext>
            </a:extLst>
          </p:cNvPr>
          <p:cNvSpPr/>
          <p:nvPr/>
        </p:nvSpPr>
        <p:spPr>
          <a:xfrm>
            <a:off x="-162045" y="-104172"/>
            <a:ext cx="12570106" cy="17948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 name="Title 1">
            <a:extLst>
              <a:ext uri="{FF2B5EF4-FFF2-40B4-BE49-F238E27FC236}">
                <a16:creationId xmlns:a16="http://schemas.microsoft.com/office/drawing/2014/main" id="{7232084C-5F59-E860-AF4D-44F84B11CC28}"/>
              </a:ext>
            </a:extLst>
          </p:cNvPr>
          <p:cNvSpPr>
            <a:spLocks noGrp="1"/>
          </p:cNvSpPr>
          <p:nvPr>
            <p:ph type="title"/>
          </p:nvPr>
        </p:nvSpPr>
        <p:spPr/>
        <p:txBody>
          <a:bodyPr/>
          <a:lstStyle/>
          <a:p>
            <a:r>
              <a:rPr lang="en-MX" dirty="0">
                <a:solidFill>
                  <a:schemeClr val="bg1"/>
                </a:solidFill>
              </a:rPr>
              <a:t>Residual block’s role</a:t>
            </a:r>
          </a:p>
        </p:txBody>
      </p:sp>
      <p:sp>
        <p:nvSpPr>
          <p:cNvPr id="3" name="Content Placeholder 2">
            <a:extLst>
              <a:ext uri="{FF2B5EF4-FFF2-40B4-BE49-F238E27FC236}">
                <a16:creationId xmlns:a16="http://schemas.microsoft.com/office/drawing/2014/main" id="{24B722F6-C31F-8FA5-AA0D-784CF2BA620C}"/>
              </a:ext>
            </a:extLst>
          </p:cNvPr>
          <p:cNvSpPr>
            <a:spLocks noGrp="1"/>
          </p:cNvSpPr>
          <p:nvPr>
            <p:ph idx="1"/>
          </p:nvPr>
        </p:nvSpPr>
        <p:spPr>
          <a:xfrm>
            <a:off x="838199" y="1922177"/>
            <a:ext cx="4730263" cy="4021423"/>
          </a:xfrm>
        </p:spPr>
        <p:txBody>
          <a:bodyPr>
            <a:noAutofit/>
          </a:bodyPr>
          <a:lstStyle/>
          <a:p>
            <a:r>
              <a:rPr lang="en-MX" sz="1800" dirty="0">
                <a:solidFill>
                  <a:srgbClr val="000000"/>
                </a:solidFill>
              </a:rPr>
              <a:t>ResQuNNs incorporate residual blocks between quanvolutional layers. The residual blocks combine the output of existing quanvolutional layers with their own or the previous layer’s input before forwarding it to the subsequent quanvolutional layer.</a:t>
            </a:r>
          </a:p>
          <a:p>
            <a:r>
              <a:rPr lang="en-MX" sz="1800" dirty="0"/>
              <a:t>The integration of residual blocks ensures that gradients flow efficiently across the network, thereby overcoming the challenges associated with training multiple quanvolutional layers.</a:t>
            </a:r>
          </a:p>
          <a:p>
            <a:r>
              <a:rPr lang="en-MX" sz="1800" dirty="0"/>
              <a:t>Not every random residual configuration results in comprehensive gradient flow throughout the network, and the residual blocks need to be strategically placed between quanvolutional layers.</a:t>
            </a:r>
          </a:p>
        </p:txBody>
      </p:sp>
      <p:pic>
        <p:nvPicPr>
          <p:cNvPr id="8" name="Picture 7" descr="Red neuronal residual - Wikipedia, la enciclopedia libre">
            <a:extLst>
              <a:ext uri="{FF2B5EF4-FFF2-40B4-BE49-F238E27FC236}">
                <a16:creationId xmlns:a16="http://schemas.microsoft.com/office/drawing/2014/main" id="{E99D60DE-E656-A99F-B814-F39ADA498C81}"/>
              </a:ext>
            </a:extLst>
          </p:cNvPr>
          <p:cNvPicPr>
            <a:picLocks noChangeAspect="1"/>
          </p:cNvPicPr>
          <p:nvPr/>
        </p:nvPicPr>
        <p:blipFill>
          <a:blip r:embed="rId3"/>
          <a:srcRect l="14226" r="5849"/>
          <a:stretch>
            <a:fillRect/>
          </a:stretch>
        </p:blipFill>
        <p:spPr>
          <a:xfrm>
            <a:off x="6096000" y="1922177"/>
            <a:ext cx="5973418" cy="4038876"/>
          </a:xfrm>
          <a:prstGeom prst="rect">
            <a:avLst/>
          </a:prstGeom>
        </p:spPr>
      </p:pic>
    </p:spTree>
    <p:extLst>
      <p:ext uri="{BB962C8B-B14F-4D97-AF65-F5344CB8AC3E}">
        <p14:creationId xmlns:p14="http://schemas.microsoft.com/office/powerpoint/2010/main" val="9688522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8FDEC-BF59-C8AE-479B-88F371C0D98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7F2CA36-4F9E-C7B6-4FF8-560AA1D4AB84}"/>
              </a:ext>
            </a:extLst>
          </p:cNvPr>
          <p:cNvSpPr/>
          <p:nvPr/>
        </p:nvSpPr>
        <p:spPr>
          <a:xfrm>
            <a:off x="-162045" y="-104172"/>
            <a:ext cx="12570106" cy="17948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 name="Title 1">
            <a:extLst>
              <a:ext uri="{FF2B5EF4-FFF2-40B4-BE49-F238E27FC236}">
                <a16:creationId xmlns:a16="http://schemas.microsoft.com/office/drawing/2014/main" id="{512EDC77-12EB-4E33-136A-46F46D3FD3B9}"/>
              </a:ext>
            </a:extLst>
          </p:cNvPr>
          <p:cNvSpPr>
            <a:spLocks noGrp="1"/>
          </p:cNvSpPr>
          <p:nvPr>
            <p:ph type="title"/>
          </p:nvPr>
        </p:nvSpPr>
        <p:spPr/>
        <p:txBody>
          <a:bodyPr/>
          <a:lstStyle/>
          <a:p>
            <a:r>
              <a:rPr lang="en-MX" dirty="0">
                <a:solidFill>
                  <a:schemeClr val="bg1"/>
                </a:solidFill>
              </a:rPr>
              <a:t>Quanvolutional layer’s circuit </a:t>
            </a:r>
          </a:p>
        </p:txBody>
      </p:sp>
      <p:pic>
        <p:nvPicPr>
          <p:cNvPr id="5" name="Picture 4">
            <a:extLst>
              <a:ext uri="{FF2B5EF4-FFF2-40B4-BE49-F238E27FC236}">
                <a16:creationId xmlns:a16="http://schemas.microsoft.com/office/drawing/2014/main" id="{32B6C2C7-E80F-4EC1-E095-4D34575ADE87}"/>
              </a:ext>
            </a:extLst>
          </p:cNvPr>
          <p:cNvPicPr>
            <a:picLocks noChangeAspect="1"/>
          </p:cNvPicPr>
          <p:nvPr/>
        </p:nvPicPr>
        <p:blipFill>
          <a:blip r:embed="rId3"/>
          <a:stretch>
            <a:fillRect/>
          </a:stretch>
        </p:blipFill>
        <p:spPr>
          <a:xfrm>
            <a:off x="2209799" y="1747350"/>
            <a:ext cx="7772400" cy="1335881"/>
          </a:xfrm>
          <a:prstGeom prst="rect">
            <a:avLst/>
          </a:prstGeom>
        </p:spPr>
      </p:pic>
      <p:pic>
        <p:nvPicPr>
          <p:cNvPr id="6" name="Picture 5">
            <a:extLst>
              <a:ext uri="{FF2B5EF4-FFF2-40B4-BE49-F238E27FC236}">
                <a16:creationId xmlns:a16="http://schemas.microsoft.com/office/drawing/2014/main" id="{4BC71133-7511-39F8-F2A0-3E47CD0FC744}"/>
              </a:ext>
            </a:extLst>
          </p:cNvPr>
          <p:cNvPicPr>
            <a:picLocks noChangeAspect="1"/>
          </p:cNvPicPr>
          <p:nvPr/>
        </p:nvPicPr>
        <p:blipFill>
          <a:blip r:embed="rId4"/>
          <a:srcRect l="1736" r="2457"/>
          <a:stretch>
            <a:fillRect/>
          </a:stretch>
        </p:blipFill>
        <p:spPr>
          <a:xfrm>
            <a:off x="312991" y="3139893"/>
            <a:ext cx="11566017" cy="2482306"/>
          </a:xfrm>
          <a:prstGeom prst="rect">
            <a:avLst/>
          </a:prstGeom>
        </p:spPr>
      </p:pic>
    </p:spTree>
    <p:extLst>
      <p:ext uri="{BB962C8B-B14F-4D97-AF65-F5344CB8AC3E}">
        <p14:creationId xmlns:p14="http://schemas.microsoft.com/office/powerpoint/2010/main" val="15640668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49B60-EEE5-F4F6-156E-C9A1D982C5A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17FD5B1-0ED3-7035-5408-953B4FEA7170}"/>
              </a:ext>
            </a:extLst>
          </p:cNvPr>
          <p:cNvSpPr/>
          <p:nvPr/>
        </p:nvSpPr>
        <p:spPr>
          <a:xfrm>
            <a:off x="-162045" y="-104172"/>
            <a:ext cx="12570106" cy="17948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 name="Title 1">
            <a:extLst>
              <a:ext uri="{FF2B5EF4-FFF2-40B4-BE49-F238E27FC236}">
                <a16:creationId xmlns:a16="http://schemas.microsoft.com/office/drawing/2014/main" id="{3CC07AD4-EC98-0B70-C01D-CD9C95E5ADF9}"/>
              </a:ext>
            </a:extLst>
          </p:cNvPr>
          <p:cNvSpPr>
            <a:spLocks noGrp="1"/>
          </p:cNvSpPr>
          <p:nvPr>
            <p:ph type="title"/>
          </p:nvPr>
        </p:nvSpPr>
        <p:spPr/>
        <p:txBody>
          <a:bodyPr/>
          <a:lstStyle/>
          <a:p>
            <a:r>
              <a:rPr lang="en-MX" dirty="0">
                <a:solidFill>
                  <a:schemeClr val="bg1"/>
                </a:solidFill>
              </a:rPr>
              <a:t>CODE!</a:t>
            </a:r>
          </a:p>
        </p:txBody>
      </p:sp>
      <p:sp>
        <p:nvSpPr>
          <p:cNvPr id="5" name="Content Placeholder 2">
            <a:extLst>
              <a:ext uri="{FF2B5EF4-FFF2-40B4-BE49-F238E27FC236}">
                <a16:creationId xmlns:a16="http://schemas.microsoft.com/office/drawing/2014/main" id="{C400304C-B77E-E21A-F2F4-99B6AAD451D3}"/>
              </a:ext>
            </a:extLst>
          </p:cNvPr>
          <p:cNvSpPr txBox="1">
            <a:spLocks/>
          </p:cNvSpPr>
          <p:nvPr/>
        </p:nvSpPr>
        <p:spPr>
          <a:xfrm>
            <a:off x="739208" y="2159985"/>
            <a:ext cx="10773238" cy="352128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MX" sz="6000" dirty="0"/>
              <a:t>Let’s see the Residual Quanvolutional Neural Network in action on the Res</a:t>
            </a:r>
            <a:r>
              <a:rPr lang="en-US" sz="6000" dirty="0" err="1"/>
              <a:t>QuanCNN.ipynb</a:t>
            </a:r>
            <a:r>
              <a:rPr lang="en-US" sz="6000" dirty="0"/>
              <a:t> file</a:t>
            </a:r>
            <a:endParaRPr lang="en-MX" sz="6000" dirty="0"/>
          </a:p>
        </p:txBody>
      </p:sp>
    </p:spTree>
    <p:extLst>
      <p:ext uri="{BB962C8B-B14F-4D97-AF65-F5344CB8AC3E}">
        <p14:creationId xmlns:p14="http://schemas.microsoft.com/office/powerpoint/2010/main" val="6939273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B4D8E-ED23-594C-FDE0-A28E16E260B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9AA5D22-F136-6482-F133-228A82989544}"/>
              </a:ext>
            </a:extLst>
          </p:cNvPr>
          <p:cNvSpPr/>
          <p:nvPr/>
        </p:nvSpPr>
        <p:spPr>
          <a:xfrm>
            <a:off x="-162045" y="-104172"/>
            <a:ext cx="12570106" cy="17948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 name="Title 1">
            <a:extLst>
              <a:ext uri="{FF2B5EF4-FFF2-40B4-BE49-F238E27FC236}">
                <a16:creationId xmlns:a16="http://schemas.microsoft.com/office/drawing/2014/main" id="{02DBEE50-3026-EF2A-10D7-A7204A86B0F0}"/>
              </a:ext>
            </a:extLst>
          </p:cNvPr>
          <p:cNvSpPr>
            <a:spLocks noGrp="1"/>
          </p:cNvSpPr>
          <p:nvPr>
            <p:ph type="title"/>
          </p:nvPr>
        </p:nvSpPr>
        <p:spPr/>
        <p:txBody>
          <a:bodyPr/>
          <a:lstStyle/>
          <a:p>
            <a:r>
              <a:rPr lang="en-MX" dirty="0">
                <a:solidFill>
                  <a:schemeClr val="bg1"/>
                </a:solidFill>
              </a:rPr>
              <a:t>Limitations of Residual Quanvolutional neural networks</a:t>
            </a:r>
          </a:p>
        </p:txBody>
      </p:sp>
      <p:sp>
        <p:nvSpPr>
          <p:cNvPr id="3" name="Content Placeholder 2">
            <a:extLst>
              <a:ext uri="{FF2B5EF4-FFF2-40B4-BE49-F238E27FC236}">
                <a16:creationId xmlns:a16="http://schemas.microsoft.com/office/drawing/2014/main" id="{77A20BC9-FF9A-32FA-C758-CF5A5509BC78}"/>
              </a:ext>
            </a:extLst>
          </p:cNvPr>
          <p:cNvSpPr>
            <a:spLocks noGrp="1"/>
          </p:cNvSpPr>
          <p:nvPr>
            <p:ph idx="1"/>
          </p:nvPr>
        </p:nvSpPr>
        <p:spPr>
          <a:xfrm>
            <a:off x="838200" y="1922177"/>
            <a:ext cx="3054178" cy="4254786"/>
          </a:xfrm>
        </p:spPr>
        <p:txBody>
          <a:bodyPr>
            <a:normAutofit/>
          </a:bodyPr>
          <a:lstStyle/>
          <a:p>
            <a:r>
              <a:rPr lang="en-MX" sz="1800" dirty="0"/>
              <a:t>It takes significantly more time to train than other approaches in which the quantum circuits parameters are not optimized.</a:t>
            </a:r>
          </a:p>
          <a:p>
            <a:r>
              <a:rPr lang="en-MX" sz="1800" dirty="0"/>
              <a:t>Choosing where and how to include residual connections is very important to get good results.</a:t>
            </a:r>
          </a:p>
          <a:p>
            <a:endParaRPr lang="en-MX" sz="1800" dirty="0"/>
          </a:p>
          <a:p>
            <a:endParaRPr lang="en-MX" sz="1800" dirty="0"/>
          </a:p>
          <a:p>
            <a:endParaRPr lang="en-MX" sz="1800" dirty="0"/>
          </a:p>
          <a:p>
            <a:endParaRPr lang="en-MX" sz="1400" dirty="0"/>
          </a:p>
        </p:txBody>
      </p:sp>
      <p:pic>
        <p:nvPicPr>
          <p:cNvPr id="6" name="Picture 5" descr="Finding the best hyperparameters">
            <a:extLst>
              <a:ext uri="{FF2B5EF4-FFF2-40B4-BE49-F238E27FC236}">
                <a16:creationId xmlns:a16="http://schemas.microsoft.com/office/drawing/2014/main" id="{7B1730D8-1156-1E69-ADE4-2FBF41B4E52D}"/>
              </a:ext>
            </a:extLst>
          </p:cNvPr>
          <p:cNvPicPr>
            <a:picLocks noChangeAspect="1"/>
          </p:cNvPicPr>
          <p:nvPr/>
        </p:nvPicPr>
        <p:blipFill>
          <a:blip r:embed="rId3"/>
          <a:stretch>
            <a:fillRect/>
          </a:stretch>
        </p:blipFill>
        <p:spPr>
          <a:xfrm>
            <a:off x="4413424" y="2438219"/>
            <a:ext cx="7772400" cy="3222702"/>
          </a:xfrm>
          <a:prstGeom prst="rect">
            <a:avLst/>
          </a:prstGeom>
        </p:spPr>
      </p:pic>
    </p:spTree>
    <p:extLst>
      <p:ext uri="{BB962C8B-B14F-4D97-AF65-F5344CB8AC3E}">
        <p14:creationId xmlns:p14="http://schemas.microsoft.com/office/powerpoint/2010/main" val="42399368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73A0D-55AD-FB64-47D3-55B36D4B0C8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E82F048-8556-601B-3902-E379D83FDE51}"/>
              </a:ext>
            </a:extLst>
          </p:cNvPr>
          <p:cNvSpPr/>
          <p:nvPr/>
        </p:nvSpPr>
        <p:spPr>
          <a:xfrm>
            <a:off x="-162045" y="-104172"/>
            <a:ext cx="12570106" cy="17948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 name="Title 1">
            <a:extLst>
              <a:ext uri="{FF2B5EF4-FFF2-40B4-BE49-F238E27FC236}">
                <a16:creationId xmlns:a16="http://schemas.microsoft.com/office/drawing/2014/main" id="{3C054537-8128-E323-593F-671057A084BE}"/>
              </a:ext>
            </a:extLst>
          </p:cNvPr>
          <p:cNvSpPr>
            <a:spLocks noGrp="1"/>
          </p:cNvSpPr>
          <p:nvPr>
            <p:ph type="title"/>
          </p:nvPr>
        </p:nvSpPr>
        <p:spPr/>
        <p:txBody>
          <a:bodyPr/>
          <a:lstStyle/>
          <a:p>
            <a:r>
              <a:rPr lang="en-MX" dirty="0">
                <a:solidFill>
                  <a:schemeClr val="bg1"/>
                </a:solidFill>
              </a:rPr>
              <a:t>References</a:t>
            </a:r>
          </a:p>
        </p:txBody>
      </p:sp>
      <p:sp>
        <p:nvSpPr>
          <p:cNvPr id="3" name="Content Placeholder 2">
            <a:extLst>
              <a:ext uri="{FF2B5EF4-FFF2-40B4-BE49-F238E27FC236}">
                <a16:creationId xmlns:a16="http://schemas.microsoft.com/office/drawing/2014/main" id="{5911DB7F-8704-39A4-F605-C36645DDFE47}"/>
              </a:ext>
            </a:extLst>
          </p:cNvPr>
          <p:cNvSpPr>
            <a:spLocks noGrp="1"/>
          </p:cNvSpPr>
          <p:nvPr>
            <p:ph idx="1"/>
          </p:nvPr>
        </p:nvSpPr>
        <p:spPr>
          <a:xfrm>
            <a:off x="838199" y="1922176"/>
            <a:ext cx="10799619" cy="4728005"/>
          </a:xfrm>
        </p:spPr>
        <p:txBody>
          <a:bodyPr>
            <a:normAutofit fontScale="62500" lnSpcReduction="20000"/>
          </a:bodyPr>
          <a:lstStyle/>
          <a:p>
            <a:pPr>
              <a:lnSpc>
                <a:spcPct val="120000"/>
              </a:lnSpc>
            </a:pPr>
            <a:r>
              <a:rPr lang="en-MX" dirty="0"/>
              <a:t>[1] I. Cong, S. Choi and M. D. Lukin, “Quantum Convolutional Neural Networks,” </a:t>
            </a:r>
            <a:r>
              <a:rPr lang="en-MX" i="1" dirty="0"/>
              <a:t>arXiv preprint arXiv:1810.03787</a:t>
            </a:r>
            <a:r>
              <a:rPr lang="en-MX" dirty="0"/>
              <a:t>, 2019. [Online]. Available:</a:t>
            </a:r>
            <a:r>
              <a:rPr lang="en-MX" dirty="0">
                <a:hlinkClick r:id="rId3"/>
              </a:rPr>
              <a:t> </a:t>
            </a:r>
            <a:r>
              <a:rPr lang="en-MX" u="sng" dirty="0">
                <a:hlinkClick r:id="rId4"/>
              </a:rPr>
              <a:t>https://arxiv.org/pdf/1810.03787</a:t>
            </a:r>
            <a:endParaRPr lang="en-MX" dirty="0"/>
          </a:p>
          <a:p>
            <a:pPr>
              <a:lnSpc>
                <a:spcPct val="120000"/>
              </a:lnSpc>
            </a:pPr>
            <a:r>
              <a:rPr lang="en-MX" dirty="0"/>
              <a:t>[2] Northeast Quantum Forum. (2025, October 27). </a:t>
            </a:r>
            <a:r>
              <a:rPr lang="en-MX" i="1" dirty="0"/>
              <a:t>Soonwon Choi - Quantum Convolutional Neural Networks</a:t>
            </a:r>
            <a:r>
              <a:rPr lang="en-MX" dirty="0"/>
              <a:t> [Video]. YouTube. URL: </a:t>
            </a:r>
            <a:r>
              <a:rPr lang="en-MX" u="sng" dirty="0">
                <a:hlinkClick r:id="rId5"/>
              </a:rPr>
              <a:t>https://youtu.be/e2XrbWuaQNQ?si=iFyo2n-wnX5egwwB</a:t>
            </a:r>
            <a:endParaRPr lang="en-MX" dirty="0"/>
          </a:p>
          <a:p>
            <a:pPr>
              <a:lnSpc>
                <a:spcPct val="120000"/>
              </a:lnSpc>
            </a:pPr>
            <a:r>
              <a:rPr lang="en-MX" dirty="0"/>
              <a:t>[2] Northeast Quantum Forum. (2020, February 6). Q2B 2019 | Quantum Convolutional Neural Networks | Iris Cong | Harvard [Video]. YouTube. URL: </a:t>
            </a:r>
            <a:r>
              <a:rPr lang="en-MX" u="sng" dirty="0">
                <a:hlinkClick r:id="rId6"/>
              </a:rPr>
              <a:t>https://youtu.be/C7kK5m7d10Q?si=92FTDbdhswd75-2z</a:t>
            </a:r>
            <a:endParaRPr lang="en-MX" dirty="0"/>
          </a:p>
          <a:p>
            <a:pPr>
              <a:lnSpc>
                <a:spcPct val="120000"/>
              </a:lnSpc>
            </a:pPr>
            <a:r>
              <a:rPr lang="en-MX" dirty="0"/>
              <a:t>[3] T. Hur, L. Kim and D. K. Park,” Quantum convolutional neural network for classical data classification”, </a:t>
            </a:r>
            <a:r>
              <a:rPr lang="en-MX" i="1" dirty="0"/>
              <a:t>arXiv preprint arXiv:2108.00661</a:t>
            </a:r>
            <a:r>
              <a:rPr lang="en-MX" dirty="0"/>
              <a:t>, 2022. [Online]. Available:</a:t>
            </a:r>
            <a:r>
              <a:rPr lang="en-MX" dirty="0">
                <a:hlinkClick r:id="rId3"/>
              </a:rPr>
              <a:t> </a:t>
            </a:r>
            <a:r>
              <a:rPr lang="en-MX" u="sng" dirty="0">
                <a:hlinkClick r:id="rId7"/>
              </a:rPr>
              <a:t>https://arxiv.org/pdf/2108.00661</a:t>
            </a:r>
            <a:endParaRPr lang="en-MX" dirty="0"/>
          </a:p>
          <a:p>
            <a:pPr>
              <a:lnSpc>
                <a:spcPct val="120000"/>
              </a:lnSpc>
            </a:pPr>
            <a:r>
              <a:rPr lang="en-MX" dirty="0"/>
              <a:t>[4] M. Henderson, S. Shakya, S. Pradhan and T. Cook, “Quanvolutional Neural Networks: Powering Image Recognition with Quantum Circuits”, </a:t>
            </a:r>
            <a:r>
              <a:rPr lang="en-MX" i="1" dirty="0"/>
              <a:t>arXiv preprint arXiv:1904.04767</a:t>
            </a:r>
            <a:r>
              <a:rPr lang="en-MX" dirty="0"/>
              <a:t>, 2019. [Online]. Available:</a:t>
            </a:r>
            <a:r>
              <a:rPr lang="en-MX" dirty="0">
                <a:hlinkClick r:id="rId3"/>
              </a:rPr>
              <a:t> </a:t>
            </a:r>
            <a:r>
              <a:rPr lang="en-MX" u="sng" dirty="0">
                <a:hlinkClick r:id="rId8"/>
              </a:rPr>
              <a:t>https://arxiv.org/pdf/1904.04767</a:t>
            </a:r>
            <a:endParaRPr lang="en-MX" dirty="0"/>
          </a:p>
          <a:p>
            <a:pPr>
              <a:lnSpc>
                <a:spcPct val="120000"/>
              </a:lnSpc>
            </a:pPr>
            <a:r>
              <a:rPr lang="en-MX" dirty="0"/>
              <a:t>[5] Kashif, M., Shafique, M. Deep quanvolutional neural networks with enhanced trainability and gradient propagation. </a:t>
            </a:r>
            <a:r>
              <a:rPr lang="en-MX" i="1" dirty="0"/>
              <a:t>Sci Re|p</a:t>
            </a:r>
            <a:r>
              <a:rPr lang="en-MX" dirty="0"/>
              <a:t> </a:t>
            </a:r>
            <a:r>
              <a:rPr lang="en-MX" b="1" dirty="0"/>
              <a:t>15</a:t>
            </a:r>
            <a:r>
              <a:rPr lang="en-MX" dirty="0"/>
              <a:t>, 21764 (2025). </a:t>
            </a:r>
            <a:r>
              <a:rPr lang="en-MX" u="sng" dirty="0">
                <a:hlinkClick r:id="rId9"/>
              </a:rPr>
              <a:t>https://doi.org/10.1038/s41598-025-06035-4</a:t>
            </a:r>
            <a:endParaRPr lang="en-MX" sz="1400" dirty="0"/>
          </a:p>
        </p:txBody>
      </p:sp>
    </p:spTree>
    <p:extLst>
      <p:ext uri="{BB962C8B-B14F-4D97-AF65-F5344CB8AC3E}">
        <p14:creationId xmlns:p14="http://schemas.microsoft.com/office/powerpoint/2010/main" val="11019723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3BE93-B239-494A-B59A-33B165D0345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FB0CE00-227D-9CB7-2801-B36BCAB2609F}"/>
              </a:ext>
            </a:extLst>
          </p:cNvPr>
          <p:cNvSpPr/>
          <p:nvPr/>
        </p:nvSpPr>
        <p:spPr>
          <a:xfrm>
            <a:off x="-162045" y="-104172"/>
            <a:ext cx="12570106" cy="17948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 name="Title 1">
            <a:extLst>
              <a:ext uri="{FF2B5EF4-FFF2-40B4-BE49-F238E27FC236}">
                <a16:creationId xmlns:a16="http://schemas.microsoft.com/office/drawing/2014/main" id="{7E288498-F3AA-C737-79D6-19CEFA7CFE2D}"/>
              </a:ext>
            </a:extLst>
          </p:cNvPr>
          <p:cNvSpPr>
            <a:spLocks noGrp="1"/>
          </p:cNvSpPr>
          <p:nvPr>
            <p:ph type="title"/>
          </p:nvPr>
        </p:nvSpPr>
        <p:spPr/>
        <p:txBody>
          <a:bodyPr/>
          <a:lstStyle/>
          <a:p>
            <a:r>
              <a:rPr lang="en-MX" dirty="0">
                <a:solidFill>
                  <a:schemeClr val="bg1"/>
                </a:solidFill>
              </a:rPr>
              <a:t>Github repository</a:t>
            </a:r>
          </a:p>
        </p:txBody>
      </p:sp>
      <p:sp>
        <p:nvSpPr>
          <p:cNvPr id="3" name="Content Placeholder 2">
            <a:extLst>
              <a:ext uri="{FF2B5EF4-FFF2-40B4-BE49-F238E27FC236}">
                <a16:creationId xmlns:a16="http://schemas.microsoft.com/office/drawing/2014/main" id="{4E4302FE-6C16-4D4A-D036-B1F885127C8E}"/>
              </a:ext>
            </a:extLst>
          </p:cNvPr>
          <p:cNvSpPr>
            <a:spLocks noGrp="1"/>
          </p:cNvSpPr>
          <p:nvPr>
            <p:ph idx="1"/>
          </p:nvPr>
        </p:nvSpPr>
        <p:spPr>
          <a:xfrm>
            <a:off x="838199" y="1922176"/>
            <a:ext cx="10799619" cy="4728005"/>
          </a:xfrm>
        </p:spPr>
        <p:txBody>
          <a:bodyPr>
            <a:normAutofit/>
          </a:bodyPr>
          <a:lstStyle/>
          <a:p>
            <a:pPr>
              <a:lnSpc>
                <a:spcPct val="120000"/>
              </a:lnSpc>
            </a:pPr>
            <a:r>
              <a:rPr lang="en-US" dirty="0">
                <a:hlinkClick r:id="rId3"/>
              </a:rPr>
              <a:t>https://github.com/Leo11wasd/quantum_computing/tree/main/QCNN_presentacion</a:t>
            </a:r>
            <a:endParaRPr lang="en-US" dirty="0"/>
          </a:p>
          <a:p>
            <a:pPr>
              <a:lnSpc>
                <a:spcPct val="120000"/>
              </a:lnSpc>
            </a:pPr>
            <a:endParaRPr lang="en-MX" sz="1400" dirty="0"/>
          </a:p>
        </p:txBody>
      </p:sp>
    </p:spTree>
    <p:extLst>
      <p:ext uri="{BB962C8B-B14F-4D97-AF65-F5344CB8AC3E}">
        <p14:creationId xmlns:p14="http://schemas.microsoft.com/office/powerpoint/2010/main" val="35569628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Wisp</Template>
  <TotalTime>7171</TotalTime>
  <Words>1423</Words>
  <Application>Microsoft Macintosh PowerPoint</Application>
  <PresentationFormat>Widescreen</PresentationFormat>
  <Paragraphs>117</Paragraphs>
  <Slides>25</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Aptos</vt:lpstr>
      <vt:lpstr>Aptos Display</vt:lpstr>
      <vt:lpstr>Arial</vt:lpstr>
      <vt:lpstr>Office Theme</vt:lpstr>
      <vt:lpstr>Quantum computing for image recognition via convolutional neural networks </vt:lpstr>
      <vt:lpstr>Outline</vt:lpstr>
      <vt:lpstr>CNNs are neural networks designed to work with images.</vt:lpstr>
      <vt:lpstr>The CNN architecture</vt:lpstr>
      <vt:lpstr>The convolutional layer</vt:lpstr>
      <vt:lpstr>The pooling layer</vt:lpstr>
      <vt:lpstr>Two paradigms to mix quantum computation and image classification</vt:lpstr>
      <vt:lpstr>The first Quantum convolutional neural network model</vt:lpstr>
      <vt:lpstr>Quantum convolutional neural network for image classification</vt:lpstr>
      <vt:lpstr>Several convolutional layers to try out!</vt:lpstr>
      <vt:lpstr>Pooling layer’s circuit</vt:lpstr>
      <vt:lpstr>How to handle image data?</vt:lpstr>
      <vt:lpstr>CODE!</vt:lpstr>
      <vt:lpstr>Limitations of Quantum convolutional neural networks</vt:lpstr>
      <vt:lpstr>Quanvolutional neural networks</vt:lpstr>
      <vt:lpstr>Why using Quanvolutional neural networks might help us?</vt:lpstr>
      <vt:lpstr>CODE!</vt:lpstr>
      <vt:lpstr>Limitations of Quanvolutional neural networks</vt:lpstr>
      <vt:lpstr>Residual Quanvolutional Neural Networks</vt:lpstr>
      <vt:lpstr>Residual block’s role</vt:lpstr>
      <vt:lpstr>Quanvolutional layer’s circuit </vt:lpstr>
      <vt:lpstr>CODE!</vt:lpstr>
      <vt:lpstr>Limitations of Residual Quanvolutional neural networks</vt:lpstr>
      <vt:lpstr>References</vt:lpstr>
      <vt:lpstr>Github repository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INGRID CASTILLO</dc:creator>
  <cp:lastModifiedBy>INGRID CASTILLO</cp:lastModifiedBy>
  <cp:revision>170</cp:revision>
  <dcterms:created xsi:type="dcterms:W3CDTF">2026-05-25T22:22:15Z</dcterms:created>
  <dcterms:modified xsi:type="dcterms:W3CDTF">2026-06-24T19:36:46Z</dcterms:modified>
</cp:coreProperties>
</file>